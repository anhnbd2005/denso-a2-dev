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Lst>
  <p:notesMasterIdLst>
    <p:notesMasterId r:id="rId25"/>
  </p:notesMasterIdLst>
  <p:sldIdLst>
    <p:sldId id="256" r:id="rId26"/>
    <p:sldId id="257" r:id="rId27"/>
    <p:sldId id="258" r:id="rId28"/>
    <p:sldId id="259" r:id="rId29"/>
    <p:sldId id="260" r:id="rId30"/>
    <p:sldId id="266" r:id="rId37"/>
    <p:sldId id="261" r:id="rId31"/>
    <p:sldId id="262" r:id="rId32"/>
    <p:sldId id="263" r:id="rId33"/>
    <p:sldId id="264" r:id="rId34"/>
    <p:sldId id="265" r:id="rId35"/>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notesMaster" Target="notesMasters/notesMaster1.xml"/><Relationship Id="rId26" Type="http://schemas.openxmlformats.org/officeDocument/2006/relationships/slide" Target="slides/slide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7.xml"/><Relationship Id="rId32" Type="http://schemas.openxmlformats.org/officeDocument/2006/relationships/slide" Target="slides/slide8.xml"/><Relationship Id="rId33" Type="http://schemas.openxmlformats.org/officeDocument/2006/relationships/slide" Target="slides/slide9.xml"/><Relationship Id="rId34" Type="http://schemas.openxmlformats.org/officeDocument/2006/relationships/slide" Target="slides/slide10.xml"/><Relationship Id="rId35" Type="http://schemas.openxmlformats.org/officeDocument/2006/relationships/slide" Target="slides/slide11.xml"/><Relationship Id="rId36" Type="http://schemas.openxmlformats.org/officeDocument/2006/relationships/presProps" Target="presProps.xml"/><Relationship Id="rId37"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4.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12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129"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30" name="PlaceHolder 4"/>
          <p:cNvSpPr>
            <a:spLocks noGrp="1"/>
          </p:cNvSpPr>
          <p:nvPr>
            <p:ph type="dt" idx="5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31" name="PlaceHolder 5"/>
          <p:cNvSpPr>
            <a:spLocks noGrp="1"/>
          </p:cNvSpPr>
          <p:nvPr>
            <p:ph type="ftr" idx="52"/>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2" name="PlaceHolder 6"/>
          <p:cNvSpPr>
            <a:spLocks noGrp="1"/>
          </p:cNvSpPr>
          <p:nvPr>
            <p:ph type="sldNum" idx="5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8C083EDA-B667-48CD-88E9-596E89B2AD6F}"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ldImg"/>
          </p:nvPr>
        </p:nvSpPr>
        <p:spPr>
          <a:xfrm>
            <a:off x="685800" y="1143000"/>
            <a:ext cx="5486040" cy="3085920"/>
          </a:xfrm>
          <a:prstGeom prst="rect">
            <a:avLst/>
          </a:prstGeom>
          <a:ln w="0">
            <a:noFill/>
          </a:ln>
        </p:spPr>
      </p:sp>
      <p:sp>
        <p:nvSpPr>
          <p:cNvPr id="29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[Sources]</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 Existing template structure from Denso Hack_Presentation Template.pptx provided by user.</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 Visual on this slide was generated with Microsoft Copilot.</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p:txBody>
      </p:sp>
      <p:sp>
        <p:nvSpPr>
          <p:cNvPr id="293" name="PlaceHolder 3"/>
          <p:cNvSpPr>
            <a:spLocks noGrp="1"/>
          </p:cNvSpPr>
          <p:nvPr>
            <p:ph type="sldNum" idx="5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EE0E1EF-0F5D-407E-9CFE-91152C73430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DD689FF9-E201-4F98-94DA-129E84844412}"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C4577346-BAD0-4DC2-9FC8-2928EE27B29B}"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Content with Caption">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E9EC5D96-58F7-42F0-9DCD-D776AC067C68}"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_Content with Caption">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D2E6C624-A13E-4F38-BF5E-7963CDD03824}"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Content Slide">
    <p:spTree>
      <p:nvGrpSpPr>
        <p:cNvPr id="1" name=""/>
        <p:cNvGrpSpPr/>
        <p:nvPr/>
      </p:nvGrpSpPr>
      <p:grpSpPr>
        <a:xfrm>
          <a:off x="0" y="0"/>
          <a:ext cx="0" cy="0"/>
          <a:chOff x="0" y="0"/>
          <a:chExt cx="0" cy="0"/>
        </a:xfrm>
      </p:grpSpPr>
      <p:sp>
        <p:nvSpPr>
          <p:cNvPr id="2" name="PlaceHolder 1"/>
          <p:cNvSpPr>
            <a:spLocks noGrp="1"/>
          </p:cNvSpPr>
          <p:nvPr>
            <p:ph type="sldNum" idx="13"/>
          </p:nvPr>
        </p:nvSpPr>
        <p:spPr/>
        <p:txBody>
          <a:bodyPr/>
          <a:p>
            <a:fld id="{07061D0E-E668-4F6F-A4AC-282A84794748}"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Layout">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フッターなし">
    <p:spTree>
      <p:nvGrpSpPr>
        <p:cNvPr id="1" name=""/>
        <p:cNvGrpSpPr/>
        <p:nvPr/>
      </p:nvGrpSpPr>
      <p:grpSpPr>
        <a:xfrm>
          <a:off x="0" y="0"/>
          <a:ext cx="0" cy="0"/>
          <a:chOff x="0" y="0"/>
          <a:chExt cx="0" cy="0"/>
        </a:xfrm>
      </p:grpSpPr>
      <p:sp>
        <p:nvSpPr>
          <p:cNvPr id="2" name="PlaceHolder 1"/>
          <p:cNvSpPr>
            <a:spLocks noGrp="1"/>
          </p:cNvSpPr>
          <p:nvPr>
            <p:ph type="sldNum" idx="14"/>
          </p:nvPr>
        </p:nvSpPr>
        <p:spPr/>
        <p:txBody>
          <a:bodyPr/>
          <a:p>
            <a:fld id="{683C178E-39E9-479C-B346-86BF25646BB9}"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フッターなし">
    <p:spTree>
      <p:nvGrpSpPr>
        <p:cNvPr id="1" name=""/>
        <p:cNvGrpSpPr/>
        <p:nvPr/>
      </p:nvGrpSpPr>
      <p:grpSpPr>
        <a:xfrm>
          <a:off x="0" y="0"/>
          <a:ext cx="0" cy="0"/>
          <a:chOff x="0" y="0"/>
          <a:chExt cx="0" cy="0"/>
        </a:xfrm>
      </p:grpSpPr>
      <p:sp>
        <p:nvSpPr>
          <p:cNvPr id="2" name="PlaceHolder 1"/>
          <p:cNvSpPr>
            <a:spLocks noGrp="1"/>
          </p:cNvSpPr>
          <p:nvPr>
            <p:ph type="sldNum" idx="15"/>
          </p:nvPr>
        </p:nvSpPr>
        <p:spPr/>
        <p:txBody>
          <a:bodyPr/>
          <a:p>
            <a:fld id="{1EC6F899-D575-477A-AD88-B7FA2DEC4FD9}"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_タイトルとコンテンツ">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E684FA30-A973-43E1-A92B-E0CFFE3EFA0E}" type="slidenum">
              <a:t>&lt;#&gt;</a:t>
            </a:fld>
          </a:p>
        </p:txBody>
      </p:sp>
      <p:sp>
        <p:nvSpPr>
          <p:cNvPr id="4" name="PlaceHolder 3"/>
          <p:cNvSpPr>
            <a:spLocks noGrp="1"/>
          </p:cNvSpPr>
          <p:nvPr>
            <p:ph type="dt" idx="16"/>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genda Slide">
    <p:spTree>
      <p:nvGrpSpPr>
        <p:cNvPr id="1" name=""/>
        <p:cNvGrpSpPr/>
        <p:nvPr/>
      </p:nvGrpSpPr>
      <p:grpSpPr>
        <a:xfrm>
          <a:off x="0" y="0"/>
          <a:ext cx="0" cy="0"/>
          <a:chOff x="0" y="0"/>
          <a:chExt cx="0" cy="0"/>
        </a:xfrm>
      </p:grpSpPr>
      <p:sp>
        <p:nvSpPr>
          <p:cNvPr id="2" name="PlaceHolder 1"/>
          <p:cNvSpPr>
            <a:spLocks noGrp="1"/>
          </p:cNvSpPr>
          <p:nvPr>
            <p:ph type="sldNum" idx="19"/>
          </p:nvPr>
        </p:nvSpPr>
        <p:spPr/>
        <p:txBody>
          <a:bodyPr/>
          <a:p>
            <a:fld id="{4E28CED3-9538-452B-86E9-43657995A627}"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p:spTree>
      <p:nvGrpSpPr>
        <p:cNvPr id="1" name=""/>
        <p:cNvGrpSpPr/>
        <p:nvPr/>
      </p:nvGrpSpPr>
      <p:grpSpPr>
        <a:xfrm>
          <a:off x="0" y="0"/>
          <a:ext cx="0" cy="0"/>
          <a:chOff x="0" y="0"/>
          <a:chExt cx="0" cy="0"/>
        </a:xfrm>
      </p:grpSpPr>
      <p:sp>
        <p:nvSpPr>
          <p:cNvPr id="2" name="PlaceHolder 1"/>
          <p:cNvSpPr>
            <a:spLocks noGrp="1"/>
          </p:cNvSpPr>
          <p:nvPr>
            <p:ph type="ftr" idx="21"/>
          </p:nvPr>
        </p:nvSpPr>
        <p:spPr/>
        <p:txBody>
          <a:bodyPr/>
          <a:p>
            <a:r>
              <a:t>Footer</a:t>
            </a:r>
          </a:p>
        </p:txBody>
      </p:sp>
      <p:sp>
        <p:nvSpPr>
          <p:cNvPr id="3" name="PlaceHolder 2"/>
          <p:cNvSpPr>
            <a:spLocks noGrp="1"/>
          </p:cNvSpPr>
          <p:nvPr>
            <p:ph type="sldNum" idx="22"/>
          </p:nvPr>
        </p:nvSpPr>
        <p:spPr/>
        <p:txBody>
          <a:bodyPr/>
          <a:p>
            <a:fld id="{6B212141-280F-420C-BF6C-E897C3F3904A}" type="slidenum">
              <a:t>&lt;#&gt;</a:t>
            </a:fld>
          </a:p>
        </p:txBody>
      </p:sp>
      <p:sp>
        <p:nvSpPr>
          <p:cNvPr id="4" name="PlaceHolder 3"/>
          <p:cNvSpPr>
            <a:spLocks noGrp="1"/>
          </p:cNvSpPr>
          <p:nvPr>
            <p:ph type="dt" idx="20"/>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Section header">
    <p:spTree>
      <p:nvGrpSpPr>
        <p:cNvPr id="1" name=""/>
        <p:cNvGrpSpPr/>
        <p:nvPr/>
      </p:nvGrpSpPr>
      <p:grpSpPr>
        <a:xfrm>
          <a:off x="0" y="0"/>
          <a:ext cx="0" cy="0"/>
          <a:chOff x="0" y="0"/>
          <a:chExt cx="0" cy="0"/>
        </a:xfrm>
      </p:grpSpPr>
      <p:sp>
        <p:nvSpPr>
          <p:cNvPr id="2" name="PlaceHolder 1"/>
          <p:cNvSpPr>
            <a:spLocks noGrp="1"/>
          </p:cNvSpPr>
          <p:nvPr>
            <p:ph type="sldNum" idx="23"/>
          </p:nvPr>
        </p:nvSpPr>
        <p:spPr/>
        <p:txBody>
          <a:bodyPr/>
          <a:p>
            <a:fld id="{971B766A-C1B4-40B9-9164-E09749FD5C79}"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46B7C922-88A6-4E71-8737-CCD30C659154}" type="slidenum">
              <a:t>&lt;#&gt;</a:t>
            </a:fld>
          </a:p>
        </p:txBody>
      </p:sp>
      <p:sp>
        <p:nvSpPr>
          <p:cNvPr id="4" name="PlaceHolder 3"/>
          <p:cNvSpPr>
            <a:spLocks noGrp="1"/>
          </p:cNvSpPr>
          <p:nvPr>
            <p:ph type="dt" idx="24"/>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4F3D9379-E7AD-4BF0-B35E-22E03FAFDC1F}"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BAE5DE68-D8D4-43EE-A4FF-33C338501221}"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8398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95" name="PlaceHolder 2"/>
          <p:cNvSpPr>
            <a:spLocks noGrp="1"/>
          </p:cNvSpPr>
          <p:nvPr>
            <p:ph/>
          </p:nvPr>
        </p:nvSpPr>
        <p:spPr>
          <a:xfrm>
            <a:off x="839880" y="1681200"/>
            <a:ext cx="2516760" cy="823680"/>
          </a:xfrm>
          <a:prstGeom prst="rect">
            <a:avLst/>
          </a:prstGeom>
          <a:noFill/>
          <a:ln w="0">
            <a:noFill/>
          </a:ln>
        </p:spPr>
        <p:txBody>
          <a:bodyPr lIns="0" rIns="0" tIns="0" bIns="0" anchor="t">
            <a:normAutofit fontScale="93550"/>
          </a:bodyPr>
          <a:p>
            <a:pPr indent="0">
              <a:lnSpc>
                <a:spcPct val="90000"/>
              </a:lnSpc>
              <a:spcBef>
                <a:spcPts val="1417"/>
              </a:spcBef>
              <a:buNone/>
            </a:pPr>
            <a:endParaRPr b="0" lang="en-US" sz="2800" spc="-1" strike="noStrike">
              <a:solidFill>
                <a:schemeClr val="lt1"/>
              </a:solidFill>
              <a:latin typeface="Calibri"/>
            </a:endParaRPr>
          </a:p>
        </p:txBody>
      </p:sp>
      <p:sp>
        <p:nvSpPr>
          <p:cNvPr id="96" name="PlaceHolder 3"/>
          <p:cNvSpPr>
            <a:spLocks noGrp="1"/>
          </p:cNvSpPr>
          <p:nvPr>
            <p:ph/>
          </p:nvPr>
        </p:nvSpPr>
        <p:spPr>
          <a:xfrm>
            <a:off x="3483000" y="1681200"/>
            <a:ext cx="2516760" cy="823680"/>
          </a:xfrm>
          <a:prstGeom prst="rect">
            <a:avLst/>
          </a:prstGeom>
          <a:noFill/>
          <a:ln w="0">
            <a:noFill/>
          </a:ln>
        </p:spPr>
        <p:txBody>
          <a:bodyPr lIns="0" rIns="0" tIns="0" bIns="0" anchor="t">
            <a:normAutofit fontScale="93550"/>
          </a:bodyPr>
          <a:p>
            <a:pPr indent="0">
              <a:lnSpc>
                <a:spcPct val="90000"/>
              </a:lnSpc>
              <a:spcBef>
                <a:spcPts val="1417"/>
              </a:spcBef>
              <a:buNone/>
            </a:pPr>
            <a:endParaRPr b="0" lang="en-US" sz="2800" spc="-1" strike="noStrike">
              <a:solidFill>
                <a:schemeClr val="lt1"/>
              </a:solidFill>
              <a:latin typeface="Calibri"/>
            </a:endParaRPr>
          </a:p>
        </p:txBody>
      </p:sp>
      <p:sp>
        <p:nvSpPr>
          <p:cNvPr id="5" name="PlaceHolder 4"/>
          <p:cNvSpPr>
            <a:spLocks noGrp="1"/>
          </p:cNvSpPr>
          <p:nvPr>
            <p:ph type="ftr" idx="34"/>
          </p:nvPr>
        </p:nvSpPr>
        <p:spPr/>
        <p:txBody>
          <a:bodyPr/>
          <a:p>
            <a:r>
              <a:t>Footer</a:t>
            </a:r>
          </a:p>
        </p:txBody>
      </p:sp>
      <p:sp>
        <p:nvSpPr>
          <p:cNvPr id="6" name="PlaceHolder 5"/>
          <p:cNvSpPr>
            <a:spLocks noGrp="1"/>
          </p:cNvSpPr>
          <p:nvPr>
            <p:ph type="sldNum" idx="35"/>
          </p:nvPr>
        </p:nvSpPr>
        <p:spPr/>
        <p:txBody>
          <a:bodyPr/>
          <a:p>
            <a:fld id="{310E01AE-678C-407B-BC1C-8069F754FFE0}" type="slidenum">
              <a:t>&lt;#&gt;</a:t>
            </a:fld>
          </a:p>
        </p:txBody>
      </p:sp>
      <p:sp>
        <p:nvSpPr>
          <p:cNvPr id="7" name="PlaceHolder 6"/>
          <p:cNvSpPr>
            <a:spLocks noGrp="1"/>
          </p:cNvSpPr>
          <p:nvPr>
            <p:ph type="dt" idx="33"/>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2" name="PlaceHolder 1"/>
          <p:cNvSpPr>
            <a:spLocks noGrp="1"/>
          </p:cNvSpPr>
          <p:nvPr>
            <p:ph type="title"/>
          </p:nvPr>
        </p:nvSpPr>
        <p:spPr>
          <a:xfrm>
            <a:off x="8398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37"/>
          </p:nvPr>
        </p:nvSpPr>
        <p:spPr/>
        <p:txBody>
          <a:bodyPr/>
          <a:p>
            <a:r>
              <a:t>Footer</a:t>
            </a:r>
          </a:p>
        </p:txBody>
      </p:sp>
      <p:sp>
        <p:nvSpPr>
          <p:cNvPr id="4" name="PlaceHolder 3"/>
          <p:cNvSpPr>
            <a:spLocks noGrp="1"/>
          </p:cNvSpPr>
          <p:nvPr>
            <p:ph type="sldNum" idx="38"/>
          </p:nvPr>
        </p:nvSpPr>
        <p:spPr/>
        <p:txBody>
          <a:bodyPr/>
          <a:p>
            <a:fld id="{989E9EF3-1D4B-4229-A4F2-7BFC7B0E1BC4}" type="slidenum">
              <a:t>&lt;#&gt;</a:t>
            </a:fld>
          </a:p>
        </p:txBody>
      </p:sp>
      <p:sp>
        <p:nvSpPr>
          <p:cNvPr id="5" name="PlaceHolder 4"/>
          <p:cNvSpPr>
            <a:spLocks noGrp="1"/>
          </p:cNvSpPr>
          <p:nvPr>
            <p:ph type="dt" idx="3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p>
            <a:r>
              <a:t>Footer</a:t>
            </a:r>
          </a:p>
        </p:txBody>
      </p:sp>
      <p:sp>
        <p:nvSpPr>
          <p:cNvPr id="3" name="PlaceHolder 2"/>
          <p:cNvSpPr>
            <a:spLocks noGrp="1"/>
          </p:cNvSpPr>
          <p:nvPr>
            <p:ph type="sldNum" idx="41"/>
          </p:nvPr>
        </p:nvSpPr>
        <p:spPr/>
        <p:txBody>
          <a:bodyPr/>
          <a:p>
            <a:fld id="{15DFEC4B-7B13-49AE-84EF-276DE5530FC0}" type="slidenum">
              <a:t>&lt;#&gt;</a:t>
            </a:fld>
          </a:p>
        </p:txBody>
      </p:sp>
      <p:sp>
        <p:nvSpPr>
          <p:cNvPr id="4" name="PlaceHolder 3"/>
          <p:cNvSpPr>
            <a:spLocks noGrp="1"/>
          </p:cNvSpPr>
          <p:nvPr>
            <p:ph type="dt" idx="39"/>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43"/>
          </p:nvPr>
        </p:nvSpPr>
        <p:spPr/>
        <p:txBody>
          <a:bodyPr/>
          <a:p>
            <a:r>
              <a:t>Footer</a:t>
            </a:r>
          </a:p>
        </p:txBody>
      </p:sp>
      <p:sp>
        <p:nvSpPr>
          <p:cNvPr id="3" name="PlaceHolder 2"/>
          <p:cNvSpPr>
            <a:spLocks noGrp="1"/>
          </p:cNvSpPr>
          <p:nvPr>
            <p:ph type="sldNum" idx="44"/>
          </p:nvPr>
        </p:nvSpPr>
        <p:spPr/>
        <p:txBody>
          <a:bodyPr/>
          <a:p>
            <a:fld id="{25D93780-4A5B-4E95-8EC7-AAAB8ADDE905}" type="slidenum">
              <a:t>&lt;#&gt;</a:t>
            </a:fld>
          </a:p>
        </p:txBody>
      </p:sp>
      <p:sp>
        <p:nvSpPr>
          <p:cNvPr id="4" name="PlaceHolder 3"/>
          <p:cNvSpPr>
            <a:spLocks noGrp="1"/>
          </p:cNvSpPr>
          <p:nvPr>
            <p:ph type="dt" idx="42"/>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p>
            <a:r>
              <a:t>Footer</a:t>
            </a:r>
          </a:p>
        </p:txBody>
      </p:sp>
      <p:sp>
        <p:nvSpPr>
          <p:cNvPr id="3" name="PlaceHolder 2"/>
          <p:cNvSpPr>
            <a:spLocks noGrp="1"/>
          </p:cNvSpPr>
          <p:nvPr>
            <p:ph type="sldNum" idx="47"/>
          </p:nvPr>
        </p:nvSpPr>
        <p:spPr/>
        <p:txBody>
          <a:bodyPr/>
          <a:p>
            <a:fld id="{CBBBEEC6-226B-44FB-A70C-9AE6792D2869}" type="slidenum">
              <a:t>&lt;#&gt;</a:t>
            </a:fld>
          </a:p>
        </p:txBody>
      </p:sp>
      <p:sp>
        <p:nvSpPr>
          <p:cNvPr id="4" name="PlaceHolder 3"/>
          <p:cNvSpPr>
            <a:spLocks noGrp="1"/>
          </p:cNvSpPr>
          <p:nvPr>
            <p:ph type="dt" idx="45"/>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p>
            <a:r>
              <a:t>Footer</a:t>
            </a:r>
          </a:p>
        </p:txBody>
      </p:sp>
      <p:sp>
        <p:nvSpPr>
          <p:cNvPr id="3" name="PlaceHolder 2"/>
          <p:cNvSpPr>
            <a:spLocks noGrp="1"/>
          </p:cNvSpPr>
          <p:nvPr>
            <p:ph type="sldNum" idx="50"/>
          </p:nvPr>
        </p:nvSpPr>
        <p:spPr/>
        <p:txBody>
          <a:bodyPr/>
          <a:p>
            <a:fld id="{C75F3DF3-B3FA-46FA-9CA5-9CD9AF757C9A}" type="slidenum">
              <a:t>&lt;#&gt;</a:t>
            </a:fld>
          </a:p>
        </p:txBody>
      </p:sp>
      <p:sp>
        <p:nvSpPr>
          <p:cNvPr id="4" name="PlaceHolder 3"/>
          <p:cNvSpPr>
            <a:spLocks noGrp="1"/>
          </p:cNvSpPr>
          <p:nvPr>
            <p:ph type="dt" idx="48"/>
          </p:nvPr>
        </p:nvSpPr>
        <p:spPr/>
        <p:txBody>
          <a:bodyPr/>
          <a:p>
            <a:r>
              <a:rPr lang="en-US"/>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microsoft.com/office/2007/relationships/hdphoto" Target="../media/hdphoto1.wdp"/><Relationship Id="rId5"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png"/><Relationship Id="rId3"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4.png"/><Relationship Id="rId3"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5.png"/><Relationship Id="rId3"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3.png"/><Relationship Id="rId3"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3.png"/><Relationship Id="rId3" Type="http://schemas.openxmlformats.org/officeDocument/2006/relationships/image" Target="../media/image6.jpeg"/><Relationship Id="rId4"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3.png"/><Relationship Id="rId3"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3.png"/><Relationship Id="rId3"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3.png"/><Relationship Id="rId3" Type="http://schemas.openxmlformats.org/officeDocument/2006/relationships/image" Target="../media/image8.jpeg"/><Relationship Id="rId4"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3.png"/><Relationship Id="rId3"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3.png"/><Relationship Id="rId3"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3.png"/><Relationship Id="rId3"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3.png"/><Relationship Id="rId3"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9.png"/><Relationship Id="rId3"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4.png"/><Relationship Id="rId3"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5.png"/><Relationship Id="rId3"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3.png"/><Relationship Id="rId3"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3.png"/><Relationship Id="rId3"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3.png"/><Relationship Id="rId3" Type="http://schemas.openxmlformats.org/officeDocument/2006/relationships/slideLayout" Target="../slideLayouts/slideLayout21.xml"/></Relationships>
</file>

<file path=ppt/slideMasters/_rels/slideMaster22.xml.rels><?xml version='1.0' encoding='UTF-8' standalone='yes'?>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3.png"/><Relationship Id="rId3"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1" Type="http://schemas.openxmlformats.org/officeDocument/2006/relationships/theme" Target="../theme/theme23.xml"/><Relationship Id="rId2" Type="http://schemas.openxmlformats.org/officeDocument/2006/relationships/image" Target="../media/image3.png"/><Relationship Id="rId3" Type="http://schemas.openxmlformats.org/officeDocument/2006/relationships/slideLayout" Target="../slideLayouts/slideLayout23.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0"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1" name="PlaceHolder 1"/>
          <p:cNvSpPr>
            <a:spLocks noGrp="1"/>
          </p:cNvSpPr>
          <p:nvPr>
            <p:ph type="dt" idx="1"/>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r>
              <a:rPr b="0" lang="en-US" sz="1800" spc="-1" strike="noStrike">
                <a:solidFill>
                  <a:schemeClr val="dk1"/>
                </a:solidFill>
                <a:latin typeface="Calibri"/>
              </a:rPr>
              <a:t>&lt;date/time&gt;</a:t>
            </a:r>
            <a:endParaRPr b="0" lang="en-US" sz="1800" spc="-1" strike="noStrike">
              <a:solidFill>
                <a:srgbClr val="ffffff"/>
              </a:solidFill>
              <a:latin typeface="Times New Roman"/>
            </a:endParaRPr>
          </a:p>
        </p:txBody>
      </p:sp>
      <p:sp>
        <p:nvSpPr>
          <p:cNvPr id="2" name="PlaceHolder 2"/>
          <p:cNvSpPr>
            <a:spLocks noGrp="1"/>
          </p:cNvSpPr>
          <p:nvPr>
            <p:ph type="ftr" idx="2"/>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3" name="PlaceHolder 3"/>
          <p:cNvSpPr>
            <a:spLocks noGrp="1"/>
          </p:cNvSpPr>
          <p:nvPr>
            <p:ph type="sldNum" idx="3"/>
          </p:nvPr>
        </p:nvSpPr>
        <p:spPr>
          <a:xfrm>
            <a:off x="86104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fld id="{D4724448-DFFF-4E5F-BF1E-DF6DDAB96630}" type="slidenum">
              <a:rPr b="0" lang="en-US" sz="1800" spc="-1" strike="noStrike">
                <a:solidFill>
                  <a:schemeClr val="dk1"/>
                </a:solidFill>
                <a:latin typeface="Calibri"/>
              </a:rPr>
              <a:t>&lt;number&gt;</a:t>
            </a:fld>
            <a:endParaRPr b="0" lang="en-US" sz="1800" spc="-1" strike="noStrike">
              <a:solidFill>
                <a:srgbClr val="ffffff"/>
              </a:solidFill>
              <a:latin typeface="Times New Roman"/>
            </a:endParaRPr>
          </a:p>
        </p:txBody>
      </p:sp>
      <p:pic>
        <p:nvPicPr>
          <p:cNvPr id="4" name="Picture 1" descr=""/>
          <p:cNvPicPr/>
          <p:nvPr/>
        </p:nvPicPr>
        <p:blipFill>
          <a:blip r:embed="rId3">
            <a:extLst>
              <a:ext uri="{BEBA8EAE-BF5A-486C-A8C5-ECC9F3942E4B}">
                <a14:imgProps xmlns:a14="http://schemas.microsoft.com/office/drawing/2010/main">
                  <a14:imgLayer r:embed="rId4">
                    <a14:imgEffect>
                      <a14:brightnessContrast amount="100000" bright="100000" colorTemp="4993" contrast="100000" sat="208000"/>
                    </a14:imgEffect>
                  </a14:imgLayer>
                </a14:imgProps>
              </a:ext>
            </a:extLst>
          </a:blip>
          <a:stretch/>
        </p:blipFill>
        <p:spPr>
          <a:xfrm>
            <a:off x="5815080" y="1164960"/>
            <a:ext cx="5770080" cy="2307960"/>
          </a:xfrm>
          <a:prstGeom prst="rect">
            <a:avLst/>
          </a:prstGeom>
          <a:ln w="0">
            <a:noFill/>
          </a:ln>
        </p:spPr>
      </p:pic>
      <p:sp>
        <p:nvSpPr>
          <p:cNvPr id="5"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2800" spc="-1" strike="noStrike">
                <a:solidFill>
                  <a:schemeClr val="lt1"/>
                </a:solidFill>
                <a:latin typeface="Calibri"/>
              </a:rPr>
              <a:t>Click to edit the outline text format</a:t>
            </a:r>
            <a:endParaRPr b="0" lang="en-US" sz="2800" spc="-1" strike="noStrike">
              <a:solidFill>
                <a:schemeClr val="lt1"/>
              </a:solidFill>
              <a:latin typeface="Calibri"/>
            </a:endParaRPr>
          </a:p>
          <a:p>
            <a:pPr lvl="1" marL="864000" indent="-324000">
              <a:lnSpc>
                <a:spcPct val="90000"/>
              </a:lnSpc>
              <a:spcBef>
                <a:spcPts val="1134"/>
              </a:spcBef>
              <a:buClr>
                <a:srgbClr val="ffffff"/>
              </a:buClr>
              <a:buSzPct val="75000"/>
              <a:buFont typeface="Symbol" charset="2"/>
              <a:buChar char=""/>
            </a:pPr>
            <a:r>
              <a:rPr b="0" lang="en-US" sz="2000" spc="-1" strike="noStrike">
                <a:solidFill>
                  <a:schemeClr val="lt1"/>
                </a:solidFill>
                <a:latin typeface="Calibri"/>
              </a:rPr>
              <a:t>Second Outline Level</a:t>
            </a:r>
            <a:endParaRPr b="0" lang="en-US" sz="2000" spc="-1" strike="noStrike">
              <a:solidFill>
                <a:schemeClr val="lt1"/>
              </a:solidFill>
              <a:latin typeface="Calibri"/>
            </a:endParaRPr>
          </a:p>
          <a:p>
            <a:pPr lvl="2" marL="1296000" indent="-288000">
              <a:lnSpc>
                <a:spcPct val="90000"/>
              </a:lnSpc>
              <a:spcBef>
                <a:spcPts val="850"/>
              </a:spcBef>
              <a:buClr>
                <a:srgbClr val="ffffff"/>
              </a:buClr>
              <a:buSzPct val="45000"/>
              <a:buFont typeface="Wingdings" charset="2"/>
              <a:buChar char=""/>
            </a:pPr>
            <a:r>
              <a:rPr b="0" lang="en-US" sz="1800" spc="-1" strike="noStrike">
                <a:solidFill>
                  <a:schemeClr val="lt1"/>
                </a:solidFill>
                <a:latin typeface="Calibri"/>
              </a:rPr>
              <a:t>Third Outline Level</a:t>
            </a:r>
            <a:endParaRPr b="0" lang="en-US" sz="1800" spc="-1" strike="noStrike">
              <a:solidFill>
                <a:schemeClr val="lt1"/>
              </a:solidFill>
              <a:latin typeface="Calibri"/>
            </a:endParaRPr>
          </a:p>
          <a:p>
            <a:pPr lvl="3" marL="1728000" indent="-216000">
              <a:lnSpc>
                <a:spcPct val="90000"/>
              </a:lnSpc>
              <a:spcBef>
                <a:spcPts val="567"/>
              </a:spcBef>
              <a:buClr>
                <a:srgbClr val="ffffff"/>
              </a:buClr>
              <a:buSzPct val="75000"/>
              <a:buFont typeface="Symbol" charset="2"/>
              <a:buChar char=""/>
            </a:pPr>
            <a:r>
              <a:rPr b="0" lang="en-US" sz="1800" spc="-1" strike="noStrike">
                <a:solidFill>
                  <a:schemeClr val="lt1"/>
                </a:solidFill>
                <a:latin typeface="Calibri"/>
              </a:rPr>
              <a:t>Fourth Outline Level</a:t>
            </a:r>
            <a:endParaRPr b="0" lang="en-US" sz="1800" spc="-1" strike="noStrike">
              <a:solidFill>
                <a:schemeClr val="lt1"/>
              </a:solidFill>
              <a:latin typeface="Calibri"/>
            </a:endParaRPr>
          </a:p>
          <a:p>
            <a:pPr lvl="4" marL="2160000" indent="-216000">
              <a:lnSpc>
                <a:spcPct val="90000"/>
              </a:lnSpc>
              <a:spcBef>
                <a:spcPts val="283"/>
              </a:spcBef>
              <a:buClr>
                <a:srgbClr val="ffffff"/>
              </a:buClr>
              <a:buSzPct val="45000"/>
              <a:buFont typeface="Wingdings" charset="2"/>
              <a:buChar char=""/>
            </a:pPr>
            <a:r>
              <a:rPr b="0" lang="en-US" sz="2000" spc="-1" strike="noStrike">
                <a:solidFill>
                  <a:schemeClr val="lt1"/>
                </a:solidFill>
                <a:latin typeface="Calibri"/>
              </a:rPr>
              <a:t>Fifth Outline Level</a:t>
            </a:r>
            <a:endParaRPr b="0" lang="en-US" sz="2000" spc="-1" strike="noStrike">
              <a:solidFill>
                <a:schemeClr val="lt1"/>
              </a:solidFill>
              <a:latin typeface="Calibri"/>
            </a:endParaRPr>
          </a:p>
          <a:p>
            <a:pPr lvl="5" marL="2592000" indent="-216000">
              <a:lnSpc>
                <a:spcPct val="90000"/>
              </a:lnSpc>
              <a:spcBef>
                <a:spcPts val="283"/>
              </a:spcBef>
              <a:buClr>
                <a:srgbClr val="ffffff"/>
              </a:buClr>
              <a:buSzPct val="45000"/>
              <a:buFont typeface="Wingdings" charset="2"/>
              <a:buChar char=""/>
            </a:pPr>
            <a:r>
              <a:rPr b="0" lang="en-US" sz="2000" spc="-1" strike="noStrike">
                <a:solidFill>
                  <a:schemeClr val="lt1"/>
                </a:solidFill>
                <a:latin typeface="Calibri"/>
              </a:rPr>
              <a:t>Sixth Outline Level</a:t>
            </a:r>
            <a:endParaRPr b="0" lang="en-US" sz="2000" spc="-1" strike="noStrike">
              <a:solidFill>
                <a:schemeClr val="lt1"/>
              </a:solidFill>
              <a:latin typeface="Calibri"/>
            </a:endParaRPr>
          </a:p>
          <a:p>
            <a:pPr lvl="6" marL="3024000" indent="-216000">
              <a:lnSpc>
                <a:spcPct val="90000"/>
              </a:lnSpc>
              <a:spcBef>
                <a:spcPts val="283"/>
              </a:spcBef>
              <a:buClr>
                <a:srgbClr val="ffffff"/>
              </a:buClr>
              <a:buSzPct val="45000"/>
              <a:buFont typeface="Wingdings" charset="2"/>
              <a:buChar char=""/>
            </a:pPr>
            <a:r>
              <a:rPr b="0" lang="en-US" sz="2000" spc="-1" strike="noStrike">
                <a:solidFill>
                  <a:schemeClr val="lt1"/>
                </a:solidFill>
                <a:latin typeface="Calibri"/>
              </a:rPr>
              <a:t>Seventh Outline Level</a:t>
            </a:r>
            <a:endParaRPr b="0" lang="en-US" sz="2000" spc="-1" strike="noStrike">
              <a:solidFill>
                <a:schemeClr val="lt1"/>
              </a:solidFill>
              <a:latin typeface="Calibri"/>
            </a:endParaRPr>
          </a:p>
        </p:txBody>
      </p:sp>
    </p:spTree>
  </p:cSld>
  <p:clrMap bg1="lt1" bg2="lt2" tx1="dk1" tx2="dk2" accent1="accent1" accent2="accent2" accent3="accent3" accent4="accent4" accent5="accent5" accent6="accent6" hlink="hlink" folHlink="folHlink"/>
  <p:sldLayoutIdLst>
    <p:sldLayoutId id="2147483649" r:id="rId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7"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8" name="PlaceHolder 1"/>
          <p:cNvSpPr>
            <a:spLocks noGrp="1"/>
          </p:cNvSpPr>
          <p:nvPr>
            <p:ph type="title"/>
          </p:nvPr>
        </p:nvSpPr>
        <p:spPr>
          <a:xfrm>
            <a:off x="8724960" y="365040"/>
            <a:ext cx="2628720" cy="5811480"/>
          </a:xfrm>
          <a:prstGeom prst="rect">
            <a:avLst/>
          </a:prstGeom>
          <a:noFill/>
          <a:ln w="0">
            <a:noFill/>
          </a:ln>
        </p:spPr>
        <p:txBody>
          <a:bodyPr lIns="45000" rIns="45000" tIns="90000" bIns="90000" anchor="t" vert="eaVert">
            <a:noAutofit/>
          </a:bodyPr>
          <a:p>
            <a:pPr indent="0" defTabSz="914400">
              <a:lnSpc>
                <a:spcPct val="90000"/>
              </a:lnSpc>
              <a:buNone/>
            </a:pPr>
            <a:r>
              <a:rPr b="1" lang="en-US" sz="4400" spc="-1" strike="noStrike">
                <a:solidFill>
                  <a:schemeClr val="lt1"/>
                </a:solidFill>
                <a:latin typeface="Calibri Light"/>
              </a:rPr>
              <a:t>Click to edit Master title style</a:t>
            </a:r>
            <a:endParaRPr b="0" lang="en-US" sz="4400" spc="-1" strike="noStrike">
              <a:solidFill>
                <a:schemeClr val="dk1"/>
              </a:solidFill>
              <a:latin typeface="Calibri"/>
            </a:endParaRPr>
          </a:p>
        </p:txBody>
      </p:sp>
      <p:sp>
        <p:nvSpPr>
          <p:cNvPr id="9" name="PlaceHolder 2"/>
          <p:cNvSpPr>
            <a:spLocks noGrp="1"/>
          </p:cNvSpPr>
          <p:nvPr>
            <p:ph type="body"/>
          </p:nvPr>
        </p:nvSpPr>
        <p:spPr>
          <a:xfrm>
            <a:off x="838080" y="365040"/>
            <a:ext cx="7733880" cy="5811480"/>
          </a:xfrm>
          <a:prstGeom prst="rect">
            <a:avLst/>
          </a:prstGeom>
          <a:noFill/>
          <a:ln w="0">
            <a:noFill/>
          </a:ln>
        </p:spPr>
        <p:txBody>
          <a:bodyPr lIns="45000" rIns="45000" tIns="90000" bIns="90000" anchor="t" vert="eaVert">
            <a:noAutofit/>
          </a:bodyPr>
          <a:p>
            <a:pPr marL="228600" indent="-228600" defTabSz="914400">
              <a:lnSpc>
                <a:spcPct val="90000"/>
              </a:lnSpc>
              <a:spcBef>
                <a:spcPts val="1001"/>
              </a:spcBef>
              <a:buClr>
                <a:srgbClr val="ffffff"/>
              </a:buClr>
              <a:buFont typeface="Arial"/>
              <a:buChar char="•"/>
            </a:pPr>
            <a:r>
              <a:rPr b="0" lang="en-US" sz="2800" spc="-1" strike="noStrike">
                <a:solidFill>
                  <a:schemeClr val="lt1"/>
                </a:solidFill>
                <a:latin typeface="Calibri"/>
              </a:rPr>
              <a:t>Edit Master text styles</a:t>
            </a:r>
            <a:endParaRPr b="0" lang="en-US" sz="2800" spc="-1" strike="noStrike">
              <a:solidFill>
                <a:schemeClr val="lt1"/>
              </a:solidFill>
              <a:latin typeface="Calibri"/>
            </a:endParaRPr>
          </a:p>
          <a:p>
            <a:pPr lvl="1" marL="685800" indent="-228600" defTabSz="914400">
              <a:lnSpc>
                <a:spcPct val="90000"/>
              </a:lnSpc>
              <a:spcBef>
                <a:spcPts val="499"/>
              </a:spcBef>
              <a:buClr>
                <a:srgbClr val="ffffff"/>
              </a:buClr>
              <a:buFont typeface="Arial"/>
              <a:buChar char="•"/>
            </a:pPr>
            <a:r>
              <a:rPr b="0" lang="en-US" sz="2400" spc="-1" strike="noStrike">
                <a:solidFill>
                  <a:schemeClr val="lt1"/>
                </a:solidFill>
                <a:latin typeface="Calibri"/>
              </a:rPr>
              <a:t>Second level</a:t>
            </a:r>
            <a:endParaRPr b="0" lang="en-US" sz="2400" spc="-1" strike="noStrike">
              <a:solidFill>
                <a:schemeClr val="lt1"/>
              </a:solidFill>
              <a:latin typeface="Calibri"/>
            </a:endParaRPr>
          </a:p>
          <a:p>
            <a:pPr lvl="2" marL="1143000" indent="-228600" defTabSz="914400">
              <a:lnSpc>
                <a:spcPct val="90000"/>
              </a:lnSpc>
              <a:spcBef>
                <a:spcPts val="499"/>
              </a:spcBef>
              <a:buClr>
                <a:srgbClr val="ffffff"/>
              </a:buClr>
              <a:buFont typeface="Arial"/>
              <a:buChar char="•"/>
            </a:pPr>
            <a:r>
              <a:rPr b="0" lang="en-US" sz="2000" spc="-1" strike="noStrike">
                <a:solidFill>
                  <a:schemeClr val="lt1"/>
                </a:solidFill>
                <a:latin typeface="Calibri"/>
              </a:rPr>
              <a:t>Third level</a:t>
            </a:r>
            <a:endParaRPr b="0" lang="en-US" sz="2000" spc="-1" strike="noStrike">
              <a:solidFill>
                <a:schemeClr val="lt1"/>
              </a:solidFill>
              <a:latin typeface="Calibri"/>
            </a:endParaRPr>
          </a:p>
          <a:p>
            <a:pPr lvl="3" marL="1600200" indent="-228600" defTabSz="914400">
              <a:lnSpc>
                <a:spcPct val="90000"/>
              </a:lnSpc>
              <a:spcBef>
                <a:spcPts val="499"/>
              </a:spcBef>
              <a:buClr>
                <a:srgbClr val="ffffff"/>
              </a:buClr>
              <a:buFont typeface="Arial"/>
              <a:buChar char="•"/>
            </a:pPr>
            <a:r>
              <a:rPr b="0" lang="en-US" sz="1800" spc="-1" strike="noStrike">
                <a:solidFill>
                  <a:schemeClr val="lt1"/>
                </a:solidFill>
                <a:latin typeface="Calibri"/>
              </a:rPr>
              <a:t>Fourth level</a:t>
            </a:r>
            <a:endParaRPr b="0" lang="en-US" sz="1800" spc="-1" strike="noStrike">
              <a:solidFill>
                <a:schemeClr val="lt1"/>
              </a:solidFill>
              <a:latin typeface="Calibri"/>
            </a:endParaRPr>
          </a:p>
          <a:p>
            <a:pPr lvl="4" marL="2057400" indent="-228600" defTabSz="914400">
              <a:lnSpc>
                <a:spcPct val="90000"/>
              </a:lnSpc>
              <a:spcBef>
                <a:spcPts val="499"/>
              </a:spcBef>
              <a:buClr>
                <a:srgbClr val="ffffff"/>
              </a:buClr>
              <a:buFont typeface="Arial"/>
              <a:buChar char="•"/>
            </a:pPr>
            <a:r>
              <a:rPr b="0" lang="en-US" sz="1800" spc="-1" strike="noStrike">
                <a:solidFill>
                  <a:schemeClr val="lt1"/>
                </a:solidFill>
                <a:latin typeface="Calibri"/>
              </a:rPr>
              <a:t>Fifth level</a:t>
            </a:r>
            <a:endParaRPr b="0" lang="en-US" sz="1800" spc="-1" strike="noStrike">
              <a:solidFill>
                <a:schemeClr val="lt1"/>
              </a:solidFill>
              <a:latin typeface="Calibri"/>
            </a:endParaRPr>
          </a:p>
        </p:txBody>
      </p:sp>
      <p:sp>
        <p:nvSpPr>
          <p:cNvPr id="10" name="PlaceHolder 3"/>
          <p:cNvSpPr>
            <a:spLocks noGrp="1"/>
          </p:cNvSpPr>
          <p:nvPr>
            <p:ph type="dt" idx="4"/>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r>
              <a:rPr b="0" lang="en-US" sz="1800" spc="-1" strike="noStrike">
                <a:solidFill>
                  <a:schemeClr val="dk1"/>
                </a:solidFill>
                <a:latin typeface="Calibri"/>
              </a:rPr>
              <a:t>&lt;date/time&gt;</a:t>
            </a:r>
            <a:endParaRPr b="0" lang="en-US" sz="1800" spc="-1" strike="noStrike">
              <a:solidFill>
                <a:srgbClr val="ffffff"/>
              </a:solidFill>
              <a:latin typeface="Times New Roman"/>
            </a:endParaRPr>
          </a:p>
        </p:txBody>
      </p:sp>
      <p:sp>
        <p:nvSpPr>
          <p:cNvPr id="11" name="PlaceHolder 4"/>
          <p:cNvSpPr>
            <a:spLocks noGrp="1"/>
          </p:cNvSpPr>
          <p:nvPr>
            <p:ph type="ftr" idx="5"/>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2" name="PlaceHolder 5"/>
          <p:cNvSpPr>
            <a:spLocks noGrp="1"/>
          </p:cNvSpPr>
          <p:nvPr>
            <p:ph type="sldNum" idx="6"/>
          </p:nvPr>
        </p:nvSpPr>
        <p:spPr>
          <a:xfrm>
            <a:off x="86104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fld id="{86757046-8F41-45EA-8EDC-CA5E8DC3C2DC}" type="slidenum">
              <a:rPr b="0" lang="en-US" sz="1800" spc="-1" strike="noStrike">
                <a:solidFill>
                  <a:schemeClr val="dk1"/>
                </a:solidFill>
                <a:latin typeface="Calibri"/>
              </a:rPr>
              <a:t>&lt;number&gt;</a:t>
            </a:fld>
            <a:endParaRPr b="0" lang="en-US" sz="18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3"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14" name="PlaceHolder 1"/>
          <p:cNvSpPr>
            <a:spLocks noGrp="1"/>
          </p:cNvSpPr>
          <p:nvPr>
            <p:ph type="body"/>
          </p:nvPr>
        </p:nvSpPr>
        <p:spPr>
          <a:xfrm>
            <a:off x="4779360" y="987480"/>
            <a:ext cx="6896160" cy="4873320"/>
          </a:xfrm>
          <a:prstGeom prst="rect">
            <a:avLst/>
          </a:prstGeom>
          <a:noFill/>
          <a:ln w="0">
            <a:noFill/>
          </a:ln>
        </p:spPr>
        <p:txBody>
          <a:bodyPr lIns="90000" rIns="90000" tIns="45000" bIns="45000" anchor="t">
            <a:noAutofit/>
          </a:bodyPr>
          <a:p>
            <a:pPr marL="228600" indent="-228600" defTabSz="914400">
              <a:lnSpc>
                <a:spcPct val="90000"/>
              </a:lnSpc>
              <a:spcBef>
                <a:spcPts val="1001"/>
              </a:spcBef>
              <a:buClr>
                <a:srgbClr val="ffffff"/>
              </a:buClr>
              <a:buFont typeface="Arial"/>
              <a:buChar char="•"/>
            </a:pPr>
            <a:r>
              <a:rPr b="0" lang="en-US" sz="3200" spc="-1" strike="noStrike">
                <a:solidFill>
                  <a:schemeClr val="lt1"/>
                </a:solidFill>
                <a:latin typeface="Calibri"/>
              </a:rPr>
              <a:t>Edit Master text styles</a:t>
            </a:r>
            <a:endParaRPr b="0" lang="en-US" sz="3200" spc="-1" strike="noStrike">
              <a:solidFill>
                <a:schemeClr val="lt1"/>
              </a:solidFill>
              <a:latin typeface="Calibri"/>
            </a:endParaRPr>
          </a:p>
          <a:p>
            <a:pPr lvl="1" marL="685800" indent="-228600" defTabSz="914400">
              <a:lnSpc>
                <a:spcPct val="90000"/>
              </a:lnSpc>
              <a:spcBef>
                <a:spcPts val="499"/>
              </a:spcBef>
              <a:buClr>
                <a:srgbClr val="ffffff"/>
              </a:buClr>
              <a:buFont typeface="Arial"/>
              <a:buChar char="•"/>
            </a:pPr>
            <a:r>
              <a:rPr b="0" lang="en-US" sz="2800" spc="-1" strike="noStrike">
                <a:solidFill>
                  <a:schemeClr val="lt1"/>
                </a:solidFill>
                <a:latin typeface="Calibri"/>
              </a:rPr>
              <a:t>Second level</a:t>
            </a:r>
            <a:endParaRPr b="0" lang="en-US" sz="2800" spc="-1" strike="noStrike">
              <a:solidFill>
                <a:schemeClr val="lt1"/>
              </a:solidFill>
              <a:latin typeface="Calibri"/>
            </a:endParaRPr>
          </a:p>
          <a:p>
            <a:pPr lvl="2" marL="1143000" indent="-228600" defTabSz="914400">
              <a:lnSpc>
                <a:spcPct val="90000"/>
              </a:lnSpc>
              <a:spcBef>
                <a:spcPts val="499"/>
              </a:spcBef>
              <a:buClr>
                <a:srgbClr val="ffffff"/>
              </a:buClr>
              <a:buFont typeface="Arial"/>
              <a:buChar char="•"/>
            </a:pPr>
            <a:r>
              <a:rPr b="0" lang="en-US" sz="2400" spc="-1" strike="noStrike">
                <a:solidFill>
                  <a:schemeClr val="lt1"/>
                </a:solidFill>
                <a:latin typeface="Calibri"/>
              </a:rPr>
              <a:t>Third level</a:t>
            </a:r>
            <a:endParaRPr b="0" lang="en-US" sz="2400" spc="-1" strike="noStrike">
              <a:solidFill>
                <a:schemeClr val="lt1"/>
              </a:solidFill>
              <a:latin typeface="Calibri"/>
            </a:endParaRPr>
          </a:p>
          <a:p>
            <a:pPr lvl="3" marL="1600200" indent="-228600" defTabSz="914400">
              <a:lnSpc>
                <a:spcPct val="90000"/>
              </a:lnSpc>
              <a:spcBef>
                <a:spcPts val="499"/>
              </a:spcBef>
              <a:buClr>
                <a:srgbClr val="ffffff"/>
              </a:buClr>
              <a:buFont typeface="Arial"/>
              <a:buChar char="•"/>
            </a:pPr>
            <a:r>
              <a:rPr b="0" lang="en-US" sz="2000" spc="-1" strike="noStrike">
                <a:solidFill>
                  <a:schemeClr val="lt1"/>
                </a:solidFill>
                <a:latin typeface="Calibri"/>
              </a:rPr>
              <a:t>Fourth level</a:t>
            </a:r>
            <a:endParaRPr b="0" lang="en-US" sz="2000" spc="-1" strike="noStrike">
              <a:solidFill>
                <a:schemeClr val="lt1"/>
              </a:solidFill>
              <a:latin typeface="Calibri"/>
            </a:endParaRPr>
          </a:p>
          <a:p>
            <a:pPr lvl="4" marL="2057400" indent="-228600" defTabSz="914400">
              <a:lnSpc>
                <a:spcPct val="90000"/>
              </a:lnSpc>
              <a:spcBef>
                <a:spcPts val="499"/>
              </a:spcBef>
              <a:buClr>
                <a:srgbClr val="ffffff"/>
              </a:buClr>
              <a:buFont typeface="Arial"/>
              <a:buChar char="•"/>
            </a:pPr>
            <a:r>
              <a:rPr b="0" lang="en-US" sz="2000" spc="-1" strike="noStrike">
                <a:solidFill>
                  <a:schemeClr val="lt1"/>
                </a:solidFill>
                <a:latin typeface="Calibri"/>
              </a:rPr>
              <a:t>Fifth level</a:t>
            </a:r>
            <a:endParaRPr b="0" lang="en-US" sz="2000" spc="-1" strike="noStrike">
              <a:solidFill>
                <a:schemeClr val="lt1"/>
              </a:solidFill>
              <a:latin typeface="Calibri"/>
            </a:endParaRPr>
          </a:p>
        </p:txBody>
      </p:sp>
      <p:sp>
        <p:nvSpPr>
          <p:cNvPr id="15" name="PlaceHolder 2"/>
          <p:cNvSpPr>
            <a:spLocks noGrp="1"/>
          </p:cNvSpPr>
          <p:nvPr>
            <p:ph type="dt" idx="7"/>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r>
              <a:rPr b="0" lang="en-US" sz="1800" spc="-1" strike="noStrike">
                <a:solidFill>
                  <a:schemeClr val="dk1"/>
                </a:solidFill>
                <a:latin typeface="Calibri"/>
              </a:rPr>
              <a:t>&lt;date/time&gt;</a:t>
            </a:r>
            <a:endParaRPr b="0" lang="en-US" sz="1800" spc="-1" strike="noStrike">
              <a:solidFill>
                <a:srgbClr val="ffffff"/>
              </a:solidFill>
              <a:latin typeface="Times New Roman"/>
            </a:endParaRPr>
          </a:p>
        </p:txBody>
      </p:sp>
      <p:sp>
        <p:nvSpPr>
          <p:cNvPr id="16" name="PlaceHolder 3"/>
          <p:cNvSpPr>
            <a:spLocks noGrp="1"/>
          </p:cNvSpPr>
          <p:nvPr>
            <p:ph type="ftr" idx="8"/>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7" name="PlaceHolder 4"/>
          <p:cNvSpPr>
            <a:spLocks noGrp="1"/>
          </p:cNvSpPr>
          <p:nvPr>
            <p:ph type="sldNum" idx="9"/>
          </p:nvPr>
        </p:nvSpPr>
        <p:spPr>
          <a:xfrm>
            <a:off x="86104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fld id="{B7DA47F3-7977-4B57-9E1C-061A29F733A1}" type="slidenum">
              <a:rPr b="0" lang="en-US" sz="1800" spc="-1" strike="noStrike">
                <a:solidFill>
                  <a:schemeClr val="dk1"/>
                </a:solidFill>
                <a:latin typeface="Calibri"/>
              </a:rPr>
              <a:t>&lt;number&gt;</a:t>
            </a:fld>
            <a:endParaRPr b="0" lang="en-US" sz="1800" spc="-1" strike="noStrike">
              <a:solidFill>
                <a:srgbClr val="ffffff"/>
              </a:solidFill>
              <a:latin typeface="Times New Roman"/>
            </a:endParaRPr>
          </a:p>
        </p:txBody>
      </p:sp>
      <p:sp>
        <p:nvSpPr>
          <p:cNvPr id="18" name="PlaceHolder 5"/>
          <p:cNvSpPr>
            <a:spLocks noGrp="1"/>
          </p:cNvSpPr>
          <p:nvPr>
            <p:ph type="body"/>
          </p:nvPr>
        </p:nvSpPr>
        <p:spPr>
          <a:xfrm>
            <a:off x="0" y="987480"/>
            <a:ext cx="5182920" cy="4873320"/>
          </a:xfrm>
          <a:prstGeom prst="rect">
            <a:avLst/>
          </a:prstGeom>
          <a:noFill/>
          <a:ln w="0">
            <a:noFill/>
          </a:ln>
        </p:spPr>
        <p:txBody>
          <a:bodyPr lIns="90000" rIns="90000" tIns="45000" bIns="45000" anchor="t">
            <a:noAutofit/>
          </a:bodyPr>
          <a:p>
            <a:pPr indent="0" defTabSz="914400">
              <a:lnSpc>
                <a:spcPct val="100000"/>
              </a:lnSpc>
              <a:buNone/>
            </a:pPr>
            <a:r>
              <a:rPr b="0" lang="en-US" sz="1800" spc="-1" strike="noStrike">
                <a:solidFill>
                  <a:schemeClr val="dk1"/>
                </a:solidFill>
                <a:latin typeface="Calibri"/>
              </a:rPr>
              <a:t>Click icon to add picture</a:t>
            </a:r>
            <a:endParaRPr b="0" lang="en-US" sz="1800" spc="-1" strike="noStrike">
              <a:solidFill>
                <a:schemeClr val="lt1"/>
              </a:solidFill>
              <a:latin typeface="Calibri"/>
            </a:endParaRPr>
          </a:p>
        </p:txBody>
      </p:sp>
      <p:sp>
        <p:nvSpPr>
          <p:cNvPr id="19" name="PlaceHolder 6"/>
          <p:cNvSpPr>
            <a:spLocks noGrp="1"/>
          </p:cNvSpPr>
          <p:nvPr>
            <p:ph type="title"/>
          </p:nvPr>
        </p:nvSpPr>
        <p:spPr>
          <a:xfrm>
            <a:off x="838080" y="21960"/>
            <a:ext cx="10515240" cy="1325160"/>
          </a:xfrm>
          <a:prstGeom prst="rect">
            <a:avLst/>
          </a:prstGeom>
          <a:noFill/>
          <a:ln w="0">
            <a:noFill/>
          </a:ln>
        </p:spPr>
        <p:txBody>
          <a:bodyPr lIns="90000" rIns="90000" tIns="45000" bIns="45000" anchor="t">
            <a:noAutofit/>
          </a:bodyPr>
          <a:p>
            <a:pPr indent="0" defTabSz="914400">
              <a:lnSpc>
                <a:spcPct val="90000"/>
              </a:lnSpc>
              <a:buNone/>
            </a:pPr>
            <a:r>
              <a:rPr b="1" lang="en-US" sz="4400" spc="-1" strike="noStrike">
                <a:solidFill>
                  <a:schemeClr val="lt1"/>
                </a:solidFill>
                <a:latin typeface="Calibri Light"/>
              </a:rPr>
              <a:t>Click to edit Master title style</a:t>
            </a:r>
            <a:endParaRPr b="0" lang="en-US" sz="44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20"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21" name="PlaceHolder 1"/>
          <p:cNvSpPr>
            <a:spLocks noGrp="1"/>
          </p:cNvSpPr>
          <p:nvPr>
            <p:ph type="body"/>
          </p:nvPr>
        </p:nvSpPr>
        <p:spPr>
          <a:xfrm>
            <a:off x="4779360" y="987480"/>
            <a:ext cx="6896160" cy="4873320"/>
          </a:xfrm>
          <a:prstGeom prst="rect">
            <a:avLst/>
          </a:prstGeom>
          <a:noFill/>
          <a:ln w="0">
            <a:noFill/>
          </a:ln>
        </p:spPr>
        <p:txBody>
          <a:bodyPr lIns="90000" rIns="90000" tIns="45000" bIns="45000" anchor="t">
            <a:noAutofit/>
          </a:bodyPr>
          <a:p>
            <a:pPr marL="228600" indent="-228600" defTabSz="914400">
              <a:lnSpc>
                <a:spcPct val="90000"/>
              </a:lnSpc>
              <a:spcBef>
                <a:spcPts val="1001"/>
              </a:spcBef>
              <a:buClr>
                <a:srgbClr val="ffffff"/>
              </a:buClr>
              <a:buFont typeface="Arial"/>
              <a:buChar char="•"/>
            </a:pPr>
            <a:r>
              <a:rPr b="0" lang="en-US" sz="3200" spc="-1" strike="noStrike">
                <a:solidFill>
                  <a:schemeClr val="lt1"/>
                </a:solidFill>
                <a:latin typeface="Calibri"/>
              </a:rPr>
              <a:t>Edit Master text styles</a:t>
            </a:r>
            <a:endParaRPr b="0" lang="en-US" sz="3200" spc="-1" strike="noStrike">
              <a:solidFill>
                <a:schemeClr val="lt1"/>
              </a:solidFill>
              <a:latin typeface="Calibri"/>
            </a:endParaRPr>
          </a:p>
          <a:p>
            <a:pPr lvl="1" marL="685800" indent="-228600" defTabSz="914400">
              <a:lnSpc>
                <a:spcPct val="90000"/>
              </a:lnSpc>
              <a:spcBef>
                <a:spcPts val="499"/>
              </a:spcBef>
              <a:buClr>
                <a:srgbClr val="ffffff"/>
              </a:buClr>
              <a:buFont typeface="Arial"/>
              <a:buChar char="•"/>
            </a:pPr>
            <a:r>
              <a:rPr b="0" lang="en-US" sz="2800" spc="-1" strike="noStrike">
                <a:solidFill>
                  <a:schemeClr val="lt1"/>
                </a:solidFill>
                <a:latin typeface="Calibri"/>
              </a:rPr>
              <a:t>Second level</a:t>
            </a:r>
            <a:endParaRPr b="0" lang="en-US" sz="2800" spc="-1" strike="noStrike">
              <a:solidFill>
                <a:schemeClr val="lt1"/>
              </a:solidFill>
              <a:latin typeface="Calibri"/>
            </a:endParaRPr>
          </a:p>
          <a:p>
            <a:pPr lvl="2" marL="1143000" indent="-228600" defTabSz="914400">
              <a:lnSpc>
                <a:spcPct val="90000"/>
              </a:lnSpc>
              <a:spcBef>
                <a:spcPts val="499"/>
              </a:spcBef>
              <a:buClr>
                <a:srgbClr val="ffffff"/>
              </a:buClr>
              <a:buFont typeface="Arial"/>
              <a:buChar char="•"/>
            </a:pPr>
            <a:r>
              <a:rPr b="0" lang="en-US" sz="2400" spc="-1" strike="noStrike">
                <a:solidFill>
                  <a:schemeClr val="lt1"/>
                </a:solidFill>
                <a:latin typeface="Calibri"/>
              </a:rPr>
              <a:t>Third level</a:t>
            </a:r>
            <a:endParaRPr b="0" lang="en-US" sz="2400" spc="-1" strike="noStrike">
              <a:solidFill>
                <a:schemeClr val="lt1"/>
              </a:solidFill>
              <a:latin typeface="Calibri"/>
            </a:endParaRPr>
          </a:p>
          <a:p>
            <a:pPr lvl="3" marL="1600200" indent="-228600" defTabSz="914400">
              <a:lnSpc>
                <a:spcPct val="90000"/>
              </a:lnSpc>
              <a:spcBef>
                <a:spcPts val="499"/>
              </a:spcBef>
              <a:buClr>
                <a:srgbClr val="ffffff"/>
              </a:buClr>
              <a:buFont typeface="Arial"/>
              <a:buChar char="•"/>
            </a:pPr>
            <a:r>
              <a:rPr b="0" lang="en-US" sz="2000" spc="-1" strike="noStrike">
                <a:solidFill>
                  <a:schemeClr val="lt1"/>
                </a:solidFill>
                <a:latin typeface="Calibri"/>
              </a:rPr>
              <a:t>Fourth level</a:t>
            </a:r>
            <a:endParaRPr b="0" lang="en-US" sz="2000" spc="-1" strike="noStrike">
              <a:solidFill>
                <a:schemeClr val="lt1"/>
              </a:solidFill>
              <a:latin typeface="Calibri"/>
            </a:endParaRPr>
          </a:p>
          <a:p>
            <a:pPr lvl="4" marL="2057400" indent="-228600" defTabSz="914400">
              <a:lnSpc>
                <a:spcPct val="90000"/>
              </a:lnSpc>
              <a:spcBef>
                <a:spcPts val="499"/>
              </a:spcBef>
              <a:buClr>
                <a:srgbClr val="ffffff"/>
              </a:buClr>
              <a:buFont typeface="Arial"/>
              <a:buChar char="•"/>
            </a:pPr>
            <a:r>
              <a:rPr b="0" lang="en-US" sz="2000" spc="-1" strike="noStrike">
                <a:solidFill>
                  <a:schemeClr val="lt1"/>
                </a:solidFill>
                <a:latin typeface="Calibri"/>
              </a:rPr>
              <a:t>Fifth level</a:t>
            </a:r>
            <a:endParaRPr b="0" lang="en-US" sz="2000" spc="-1" strike="noStrike">
              <a:solidFill>
                <a:schemeClr val="lt1"/>
              </a:solidFill>
              <a:latin typeface="Calibri"/>
            </a:endParaRPr>
          </a:p>
        </p:txBody>
      </p:sp>
      <p:sp>
        <p:nvSpPr>
          <p:cNvPr id="22" name="PlaceHolder 2"/>
          <p:cNvSpPr>
            <a:spLocks noGrp="1"/>
          </p:cNvSpPr>
          <p:nvPr>
            <p:ph type="dt" idx="10"/>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r>
              <a:rPr b="0" lang="en-US" sz="1800" spc="-1" strike="noStrike">
                <a:solidFill>
                  <a:schemeClr val="dk1"/>
                </a:solidFill>
                <a:latin typeface="Calibri"/>
              </a:rPr>
              <a:t>&lt;date/time&gt;</a:t>
            </a:r>
            <a:endParaRPr b="0" lang="en-US" sz="1800" spc="-1" strike="noStrike">
              <a:solidFill>
                <a:srgbClr val="ffffff"/>
              </a:solidFill>
              <a:latin typeface="Times New Roman"/>
            </a:endParaRPr>
          </a:p>
        </p:txBody>
      </p:sp>
      <p:sp>
        <p:nvSpPr>
          <p:cNvPr id="23" name="PlaceHolder 3"/>
          <p:cNvSpPr>
            <a:spLocks noGrp="1"/>
          </p:cNvSpPr>
          <p:nvPr>
            <p:ph type="ftr" idx="11"/>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24" name="PlaceHolder 4"/>
          <p:cNvSpPr>
            <a:spLocks noGrp="1"/>
          </p:cNvSpPr>
          <p:nvPr>
            <p:ph type="sldNum" idx="12"/>
          </p:nvPr>
        </p:nvSpPr>
        <p:spPr>
          <a:xfrm>
            <a:off x="86104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fld id="{9E5AA0A0-263B-4B7D-B5D5-581140153821}" type="slidenum">
              <a:rPr b="0" lang="en-US" sz="1800" spc="-1" strike="noStrike">
                <a:solidFill>
                  <a:schemeClr val="dk1"/>
                </a:solidFill>
                <a:latin typeface="Calibri"/>
              </a:rPr>
              <a:t>&lt;number&gt;</a:t>
            </a:fld>
            <a:endParaRPr b="0" lang="en-US" sz="1800" spc="-1" strike="noStrike">
              <a:solidFill>
                <a:srgbClr val="ffffff"/>
              </a:solidFill>
              <a:latin typeface="Times New Roman"/>
            </a:endParaRPr>
          </a:p>
        </p:txBody>
      </p:sp>
      <p:sp>
        <p:nvSpPr>
          <p:cNvPr id="25" name="PlaceHolder 5"/>
          <p:cNvSpPr>
            <a:spLocks noGrp="1"/>
          </p:cNvSpPr>
          <p:nvPr>
            <p:ph type="body"/>
          </p:nvPr>
        </p:nvSpPr>
        <p:spPr>
          <a:xfrm>
            <a:off x="0" y="987480"/>
            <a:ext cx="5182920" cy="4873320"/>
          </a:xfrm>
          <a:prstGeom prst="rect">
            <a:avLst/>
          </a:prstGeom>
          <a:noFill/>
          <a:ln w="0">
            <a:noFill/>
          </a:ln>
        </p:spPr>
        <p:txBody>
          <a:bodyPr lIns="90000" rIns="90000" tIns="45000" bIns="45000" anchor="t">
            <a:noAutofit/>
          </a:bodyPr>
          <a:p>
            <a:pPr indent="0" defTabSz="914400">
              <a:lnSpc>
                <a:spcPct val="100000"/>
              </a:lnSpc>
              <a:buNone/>
            </a:pPr>
            <a:r>
              <a:rPr b="0" lang="en-US" sz="1800" spc="-1" strike="noStrike">
                <a:solidFill>
                  <a:schemeClr val="dk1"/>
                </a:solidFill>
                <a:latin typeface="Calibri"/>
              </a:rPr>
              <a:t>Click icon to add picture</a:t>
            </a:r>
            <a:endParaRPr b="0" lang="en-US" sz="1800" spc="-1" strike="noStrike">
              <a:solidFill>
                <a:schemeClr val="lt1"/>
              </a:solidFill>
              <a:latin typeface="Calibri"/>
            </a:endParaRPr>
          </a:p>
        </p:txBody>
      </p:sp>
      <p:sp>
        <p:nvSpPr>
          <p:cNvPr id="26" name="PlaceHolder 6"/>
          <p:cNvSpPr>
            <a:spLocks noGrp="1"/>
          </p:cNvSpPr>
          <p:nvPr>
            <p:ph type="title"/>
          </p:nvPr>
        </p:nvSpPr>
        <p:spPr>
          <a:xfrm>
            <a:off x="838080" y="21960"/>
            <a:ext cx="10515240" cy="1325160"/>
          </a:xfrm>
          <a:prstGeom prst="rect">
            <a:avLst/>
          </a:prstGeom>
          <a:noFill/>
          <a:ln w="0">
            <a:noFill/>
          </a:ln>
        </p:spPr>
        <p:txBody>
          <a:bodyPr lIns="90000" rIns="90000" tIns="45000" bIns="45000" anchor="t">
            <a:noAutofit/>
          </a:bodyPr>
          <a:p>
            <a:pPr indent="0" defTabSz="914400">
              <a:lnSpc>
                <a:spcPct val="90000"/>
              </a:lnSpc>
              <a:buNone/>
            </a:pPr>
            <a:r>
              <a:rPr b="1" lang="en-US" sz="4400" spc="-1" strike="noStrike">
                <a:solidFill>
                  <a:schemeClr val="lt1"/>
                </a:solidFill>
                <a:latin typeface="Calibri Light"/>
              </a:rPr>
              <a:t>Click to edit Master title style</a:t>
            </a:r>
            <a:endParaRPr b="0" lang="en-US" sz="44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27"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28" name="PlaceHolder 1"/>
          <p:cNvSpPr>
            <a:spLocks noGrp="1"/>
          </p:cNvSpPr>
          <p:nvPr>
            <p:ph type="title"/>
          </p:nvPr>
        </p:nvSpPr>
        <p:spPr>
          <a:xfrm>
            <a:off x="60480" y="198360"/>
            <a:ext cx="12070800" cy="359280"/>
          </a:xfrm>
          <a:prstGeom prst="rect">
            <a:avLst/>
          </a:prstGeom>
          <a:noFill/>
          <a:ln w="0">
            <a:noFill/>
          </a:ln>
        </p:spPr>
        <p:txBody>
          <a:bodyPr lIns="360000" rIns="1440000" tIns="0" bIns="0" anchor="t">
            <a:noAutofit/>
          </a:bodyPr>
          <a:p>
            <a:pPr indent="0" defTabSz="914400">
              <a:lnSpc>
                <a:spcPct val="90000"/>
              </a:lnSpc>
              <a:buNone/>
            </a:pPr>
            <a:r>
              <a:rPr b="1" lang="en-US" sz="4400" spc="-1" strike="noStrike">
                <a:solidFill>
                  <a:schemeClr val="lt1"/>
                </a:solidFill>
                <a:latin typeface="Calibri Light"/>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0" y="789480"/>
            <a:ext cx="12191760" cy="5283360"/>
          </a:xfrm>
          <a:prstGeom prst="rect">
            <a:avLst/>
          </a:prstGeom>
          <a:noFill/>
          <a:ln w="0">
            <a:noFill/>
          </a:ln>
        </p:spPr>
        <p:txBody>
          <a:bodyPr lIns="720000" rIns="648000" tIns="45720" bIns="45720" anchor="t">
            <a:normAutofit/>
          </a:bodyPr>
          <a:p>
            <a:pPr marL="457200" indent="-323640" defTabSz="914400">
              <a:lnSpc>
                <a:spcPct val="100000"/>
              </a:lnSpc>
              <a:spcBef>
                <a:spcPts val="300"/>
              </a:spcBef>
              <a:buClr>
                <a:srgbClr val="ffffff"/>
              </a:buClr>
              <a:buFont typeface="Arial"/>
              <a:buChar char="•"/>
            </a:pPr>
            <a:r>
              <a:rPr b="0" lang="en-US" sz="1500" spc="-1" strike="noStrike">
                <a:solidFill>
                  <a:schemeClr val="lt1"/>
                </a:solidFill>
                <a:latin typeface="Verdana"/>
                <a:ea typeface="Verdana"/>
              </a:rPr>
              <a:t>Edit Master text styles</a:t>
            </a:r>
            <a:endParaRPr b="0" lang="en-US" sz="1500" spc="-1" strike="noStrike">
              <a:solidFill>
                <a:schemeClr val="lt1"/>
              </a:solidFill>
              <a:latin typeface="Calibri"/>
            </a:endParaRPr>
          </a:p>
        </p:txBody>
      </p:sp>
      <p:sp>
        <p:nvSpPr>
          <p:cNvPr id="30" name="PlaceHolder 3"/>
          <p:cNvSpPr>
            <a:spLocks noGrp="1"/>
          </p:cNvSpPr>
          <p:nvPr>
            <p:ph type="sldNum" idx="13"/>
          </p:nvPr>
        </p:nvSpPr>
        <p:spPr>
          <a:xfrm>
            <a:off x="10872360" y="18000"/>
            <a:ext cx="1316520" cy="3502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800" spc="-1" strike="noStrike">
                <a:solidFill>
                  <a:schemeClr val="dk1"/>
                </a:solidFill>
                <a:latin typeface="Calibri"/>
              </a:defRPr>
            </a:lvl1pPr>
          </a:lstStyle>
          <a:p>
            <a:pPr indent="0" algn="r" defTabSz="914400">
              <a:lnSpc>
                <a:spcPct val="100000"/>
              </a:lnSpc>
              <a:buNone/>
              <a:tabLst>
                <a:tab algn="l" pos="0"/>
              </a:tabLst>
            </a:pPr>
            <a:fld id="{9673D1ED-F538-4525-829A-BC54495DA204}" type="slidenum">
              <a:rPr b="0" lang="en-US" sz="1800" spc="-1" strike="noStrike">
                <a:solidFill>
                  <a:schemeClr val="dk1"/>
                </a:solidFill>
                <a:latin typeface="Calibri"/>
              </a:rPr>
              <a:t>&lt;number&gt;</a:t>
            </a:fld>
            <a:endParaRPr b="0" lang="en-US" sz="18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31"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pic>
        <p:nvPicPr>
          <p:cNvPr id="32" name="Picture 3" descr=""/>
          <p:cNvPicPr/>
          <p:nvPr/>
        </p:nvPicPr>
        <p:blipFill>
          <a:blip r:embed="rId3"/>
          <a:stretch/>
        </p:blipFill>
        <p:spPr>
          <a:xfrm>
            <a:off x="68040" y="1411560"/>
            <a:ext cx="12035880" cy="5341680"/>
          </a:xfrm>
          <a:prstGeom prst="rect">
            <a:avLst/>
          </a:prstGeom>
          <a:ln w="0">
            <a:noFill/>
          </a:ln>
        </p:spPr>
      </p:pic>
      <p:sp>
        <p:nvSpPr>
          <p:cNvPr id="33" name="PlaceHolder 1"/>
          <p:cNvSpPr>
            <a:spLocks noGrp="1"/>
          </p:cNvSpPr>
          <p:nvPr>
            <p:ph type="title"/>
          </p:nvPr>
        </p:nvSpPr>
        <p:spPr>
          <a:xfrm>
            <a:off x="838080" y="365040"/>
            <a:ext cx="10515240" cy="1325160"/>
          </a:xfrm>
          <a:prstGeom prst="rect">
            <a:avLst/>
          </a:prstGeom>
          <a:noFill/>
          <a:ln w="0">
            <a:noFill/>
          </a:ln>
        </p:spPr>
        <p:txBody>
          <a:bodyPr lIns="90000" rIns="90000" tIns="45000" bIns="45000" anchor="t">
            <a:noAutofit/>
          </a:bodyPr>
          <a:p>
            <a:pPr indent="0" defTabSz="914400">
              <a:lnSpc>
                <a:spcPct val="90000"/>
              </a:lnSpc>
              <a:buNone/>
            </a:pPr>
            <a:r>
              <a:rPr b="1" lang="en-US" sz="4400" spc="-1" strike="noStrike">
                <a:solidFill>
                  <a:schemeClr val="lt1"/>
                </a:solidFill>
                <a:latin typeface="Calibri Light"/>
              </a:rPr>
              <a:t>Click to edit Master title style</a:t>
            </a:r>
            <a:endParaRPr b="0" lang="en-US" sz="4400" spc="-1" strike="noStrike">
              <a:solidFill>
                <a:schemeClr val="dk1"/>
              </a:solidFill>
              <a:latin typeface="Calibri"/>
            </a:endParaRPr>
          </a:p>
        </p:txBody>
      </p:sp>
      <p:sp>
        <p:nvSpPr>
          <p:cNvPr id="34" name="正方形/長方形 5"/>
          <p:cNvSpPr/>
          <p:nvPr/>
        </p:nvSpPr>
        <p:spPr>
          <a:xfrm>
            <a:off x="-19080" y="1303560"/>
            <a:ext cx="12304440" cy="5563800"/>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684720">
              <a:lnSpc>
                <a:spcPct val="100000"/>
              </a:lnSpc>
            </a:pPr>
            <a:endParaRPr b="0" lang="en-US" sz="1350" spc="-1" strike="noStrike">
              <a:solidFill>
                <a:srgbClr val="ffffff"/>
              </a:solidFill>
              <a:latin typeface="Calibri"/>
              <a:ea typeface="Yu Gothic UI"/>
            </a:endParaRPr>
          </a:p>
        </p:txBody>
      </p:sp>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35"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36" name="PlaceHolder 1"/>
          <p:cNvSpPr>
            <a:spLocks noGrp="1"/>
          </p:cNvSpPr>
          <p:nvPr>
            <p:ph type="sldNum" idx="14"/>
          </p:nvPr>
        </p:nvSpPr>
        <p:spPr>
          <a:xfrm>
            <a:off x="10872360" y="18000"/>
            <a:ext cx="1316520" cy="3502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050" spc="-1" strike="noStrike">
                <a:solidFill>
                  <a:srgbClr val="828282"/>
                </a:solidFill>
                <a:latin typeface="Verdana"/>
                <a:ea typeface="Verdana"/>
              </a:defRPr>
            </a:lvl1pPr>
          </a:lstStyle>
          <a:p>
            <a:pPr indent="0" algn="r" defTabSz="914400">
              <a:lnSpc>
                <a:spcPct val="100000"/>
              </a:lnSpc>
              <a:buNone/>
              <a:tabLst>
                <a:tab algn="l" pos="0"/>
              </a:tabLst>
            </a:pPr>
            <a:fld id="{F341C694-5C96-4B52-AE15-02C70BA48245}" type="slidenum">
              <a:rPr b="0" lang="en-US" sz="1050" spc="-1" strike="noStrike">
                <a:solidFill>
                  <a:srgbClr val="828282"/>
                </a:solidFill>
                <a:latin typeface="Verdana"/>
                <a:ea typeface="Verdana"/>
              </a:rPr>
              <a:t>&lt;number&gt;</a:t>
            </a:fld>
            <a:endParaRPr b="0" lang="en-US" sz="1050" spc="-1" strike="noStrike">
              <a:solidFill>
                <a:srgbClr val="ffffff"/>
              </a:solidFill>
              <a:latin typeface="Times New Roman"/>
            </a:endParaRPr>
          </a:p>
        </p:txBody>
      </p:sp>
      <p:pic>
        <p:nvPicPr>
          <p:cNvPr id="37" name="Google Shape;405;g2893b70371c_0_1188" descr=""/>
          <p:cNvPicPr/>
          <p:nvPr/>
        </p:nvPicPr>
        <p:blipFill>
          <a:blip r:embed="rId3"/>
          <a:stretch/>
        </p:blipFill>
        <p:spPr>
          <a:xfrm>
            <a:off x="0" y="1361880"/>
            <a:ext cx="12191760" cy="55555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1" r:id="rId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38"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39" name="PlaceHolder 1"/>
          <p:cNvSpPr>
            <a:spLocks noGrp="1"/>
          </p:cNvSpPr>
          <p:nvPr>
            <p:ph type="sldNum" idx="15"/>
          </p:nvPr>
        </p:nvSpPr>
        <p:spPr>
          <a:xfrm>
            <a:off x="10872360" y="18000"/>
            <a:ext cx="1316520" cy="3502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050" spc="-1" strike="noStrike">
                <a:solidFill>
                  <a:srgbClr val="828282"/>
                </a:solidFill>
                <a:latin typeface="Verdana"/>
                <a:ea typeface="Verdana"/>
              </a:defRPr>
            </a:lvl1pPr>
          </a:lstStyle>
          <a:p>
            <a:pPr indent="0" algn="r" defTabSz="914400">
              <a:lnSpc>
                <a:spcPct val="100000"/>
              </a:lnSpc>
              <a:buNone/>
              <a:tabLst>
                <a:tab algn="l" pos="0"/>
              </a:tabLst>
            </a:pPr>
            <a:r>
              <a:rPr b="0" lang="en-US" sz="1050" spc="-1" strike="noStrike">
                <a:solidFill>
                  <a:srgbClr val="828282"/>
                </a:solidFill>
                <a:latin typeface="Verdana"/>
                <a:ea typeface="Verdana"/>
              </a:rPr>
              <a:t> </a:t>
            </a:r>
            <a:endParaRPr b="0" lang="en-US" sz="1050" spc="-1" strike="noStrike">
              <a:solidFill>
                <a:srgbClr val="ffffff"/>
              </a:solidFill>
              <a:latin typeface="Times New Roman"/>
            </a:endParaRPr>
          </a:p>
        </p:txBody>
      </p:sp>
      <p:sp>
        <p:nvSpPr>
          <p:cNvPr id="40" name="Google Shape;271;g2893b70371c_0_651"/>
          <p:cNvSpPr/>
          <p:nvPr/>
        </p:nvSpPr>
        <p:spPr>
          <a:xfrm>
            <a:off x="0" y="1066680"/>
            <a:ext cx="12188520" cy="5790960"/>
          </a:xfrm>
          <a:prstGeom prst="rect">
            <a:avLst/>
          </a:prstGeom>
          <a:solidFill>
            <a:schemeClr val="bg1">
              <a:alpha val="59000"/>
            </a:schemeClr>
          </a:solidFill>
          <a:ln w="0">
            <a:noFill/>
          </a:ln>
        </p:spPr>
        <p:style>
          <a:lnRef idx="0"/>
          <a:fillRef idx="0"/>
          <a:effectRef idx="0"/>
          <a:fontRef idx="minor"/>
        </p:style>
        <p:txBody>
          <a:bodyPr anchor="ctr">
            <a:noAutofit/>
          </a:bodyPr>
          <a:p>
            <a:pPr algn="ctr" defTabSz="914400">
              <a:lnSpc>
                <a:spcPct val="100000"/>
              </a:lnSpc>
              <a:tabLst>
                <a:tab algn="l" pos="0"/>
              </a:tabLst>
            </a:pPr>
            <a:endParaRPr b="0" lang="en-US" sz="1350" spc="-1" strike="noStrike">
              <a:solidFill>
                <a:srgbClr val="ffffff"/>
              </a:solidFill>
              <a:latin typeface="Calibri"/>
              <a:ea typeface="Calibri"/>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41"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42" name="Google Shape;271;g2893b70371c_0_651"/>
          <p:cNvSpPr/>
          <p:nvPr/>
        </p:nvSpPr>
        <p:spPr>
          <a:xfrm>
            <a:off x="0" y="1241640"/>
            <a:ext cx="12188520" cy="5790960"/>
          </a:xfrm>
          <a:prstGeom prst="rect">
            <a:avLst/>
          </a:prstGeom>
          <a:solidFill>
            <a:schemeClr val="bg1"/>
          </a:solidFill>
          <a:ln w="0">
            <a:noFill/>
          </a:ln>
        </p:spPr>
        <p:style>
          <a:lnRef idx="0"/>
          <a:fillRef idx="0"/>
          <a:effectRef idx="0"/>
          <a:fontRef idx="minor"/>
        </p:style>
        <p:txBody>
          <a:bodyPr anchor="ctr">
            <a:noAutofit/>
          </a:bodyPr>
          <a:p>
            <a:pPr algn="ctr" defTabSz="914400">
              <a:lnSpc>
                <a:spcPct val="100000"/>
              </a:lnSpc>
              <a:tabLst>
                <a:tab algn="l" pos="0"/>
              </a:tabLst>
            </a:pPr>
            <a:endParaRPr b="0" lang="en-US" sz="1350" spc="-1" strike="noStrike">
              <a:solidFill>
                <a:srgbClr val="ffffff"/>
              </a:solidFill>
              <a:latin typeface="Calibri"/>
              <a:ea typeface="Calibri"/>
            </a:endParaRPr>
          </a:p>
        </p:txBody>
      </p:sp>
      <p:sp>
        <p:nvSpPr>
          <p:cNvPr id="43" name="PlaceHolder 1"/>
          <p:cNvSpPr>
            <a:spLocks noGrp="1"/>
          </p:cNvSpPr>
          <p:nvPr>
            <p:ph type="title"/>
          </p:nvPr>
        </p:nvSpPr>
        <p:spPr>
          <a:xfrm>
            <a:off x="5911200" y="237960"/>
            <a:ext cx="10515240" cy="1325160"/>
          </a:xfrm>
          <a:prstGeom prst="rect">
            <a:avLst/>
          </a:prstGeom>
          <a:noFill/>
          <a:ln w="0">
            <a:noFill/>
          </a:ln>
        </p:spPr>
        <p:txBody>
          <a:bodyPr lIns="90000" rIns="90000" tIns="45000" bIns="45000" anchor="t">
            <a:noAutofit/>
          </a:bodyPr>
          <a:p>
            <a:pPr indent="0" defTabSz="914400">
              <a:lnSpc>
                <a:spcPct val="90000"/>
              </a:lnSpc>
              <a:buNone/>
            </a:pPr>
            <a:r>
              <a:rPr b="1" lang="en-US" sz="3600" spc="-1" strike="noStrike">
                <a:solidFill>
                  <a:schemeClr val="lt1"/>
                </a:solidFill>
                <a:latin typeface="Times New Roman"/>
              </a:rPr>
              <a:t>Click to edit Master title style</a:t>
            </a:r>
            <a:endParaRPr b="0" lang="en-US" sz="3600" spc="-1" strike="noStrike">
              <a:solidFill>
                <a:schemeClr val="dk1"/>
              </a:solidFill>
              <a:latin typeface="Calibri"/>
            </a:endParaRPr>
          </a:p>
        </p:txBody>
      </p:sp>
      <p:sp>
        <p:nvSpPr>
          <p:cNvPr id="4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2800" spc="-1" strike="noStrike">
                <a:solidFill>
                  <a:schemeClr val="lt1"/>
                </a:solidFill>
                <a:latin typeface="Calibri"/>
              </a:rPr>
              <a:t>Click to edit the outline text format</a:t>
            </a:r>
            <a:endParaRPr b="0" lang="en-US" sz="2800" spc="-1" strike="noStrike">
              <a:solidFill>
                <a:schemeClr val="lt1"/>
              </a:solidFill>
              <a:latin typeface="Calibri"/>
            </a:endParaRPr>
          </a:p>
          <a:p>
            <a:pPr lvl="1" marL="864000" indent="-324000">
              <a:lnSpc>
                <a:spcPct val="90000"/>
              </a:lnSpc>
              <a:spcBef>
                <a:spcPts val="1134"/>
              </a:spcBef>
              <a:buClr>
                <a:srgbClr val="ffffff"/>
              </a:buClr>
              <a:buSzPct val="75000"/>
              <a:buFont typeface="Symbol" charset="2"/>
              <a:buChar char=""/>
            </a:pPr>
            <a:r>
              <a:rPr b="0" lang="en-US" sz="2000" spc="-1" strike="noStrike">
                <a:solidFill>
                  <a:schemeClr val="lt1"/>
                </a:solidFill>
                <a:latin typeface="Calibri"/>
              </a:rPr>
              <a:t>Second Outline Level</a:t>
            </a:r>
            <a:endParaRPr b="0" lang="en-US" sz="2000" spc="-1" strike="noStrike">
              <a:solidFill>
                <a:schemeClr val="lt1"/>
              </a:solidFill>
              <a:latin typeface="Calibri"/>
            </a:endParaRPr>
          </a:p>
          <a:p>
            <a:pPr lvl="2" marL="1296000" indent="-288000">
              <a:lnSpc>
                <a:spcPct val="90000"/>
              </a:lnSpc>
              <a:spcBef>
                <a:spcPts val="850"/>
              </a:spcBef>
              <a:buClr>
                <a:srgbClr val="ffffff"/>
              </a:buClr>
              <a:buSzPct val="45000"/>
              <a:buFont typeface="Wingdings" charset="2"/>
              <a:buChar char=""/>
            </a:pPr>
            <a:r>
              <a:rPr b="0" lang="en-US" sz="1800" spc="-1" strike="noStrike">
                <a:solidFill>
                  <a:schemeClr val="lt1"/>
                </a:solidFill>
                <a:latin typeface="Calibri"/>
              </a:rPr>
              <a:t>Third Outline Level</a:t>
            </a:r>
            <a:endParaRPr b="0" lang="en-US" sz="1800" spc="-1" strike="noStrike">
              <a:solidFill>
                <a:schemeClr val="lt1"/>
              </a:solidFill>
              <a:latin typeface="Calibri"/>
            </a:endParaRPr>
          </a:p>
          <a:p>
            <a:pPr lvl="3" marL="1728000" indent="-216000">
              <a:lnSpc>
                <a:spcPct val="90000"/>
              </a:lnSpc>
              <a:spcBef>
                <a:spcPts val="567"/>
              </a:spcBef>
              <a:buClr>
                <a:srgbClr val="ffffff"/>
              </a:buClr>
              <a:buSzPct val="75000"/>
              <a:buFont typeface="Symbol" charset="2"/>
              <a:buChar char=""/>
            </a:pPr>
            <a:r>
              <a:rPr b="0" lang="en-US" sz="1800" spc="-1" strike="noStrike">
                <a:solidFill>
                  <a:schemeClr val="lt1"/>
                </a:solidFill>
                <a:latin typeface="Calibri"/>
              </a:rPr>
              <a:t>Fourth Outline Level</a:t>
            </a:r>
            <a:endParaRPr b="0" lang="en-US" sz="1800" spc="-1" strike="noStrike">
              <a:solidFill>
                <a:schemeClr val="lt1"/>
              </a:solidFill>
              <a:latin typeface="Calibri"/>
            </a:endParaRPr>
          </a:p>
          <a:p>
            <a:pPr lvl="4" marL="2160000" indent="-216000">
              <a:lnSpc>
                <a:spcPct val="90000"/>
              </a:lnSpc>
              <a:spcBef>
                <a:spcPts val="283"/>
              </a:spcBef>
              <a:buClr>
                <a:srgbClr val="ffffff"/>
              </a:buClr>
              <a:buSzPct val="45000"/>
              <a:buFont typeface="Wingdings" charset="2"/>
              <a:buChar char=""/>
            </a:pPr>
            <a:r>
              <a:rPr b="0" lang="en-US" sz="2000" spc="-1" strike="noStrike">
                <a:solidFill>
                  <a:schemeClr val="lt1"/>
                </a:solidFill>
                <a:latin typeface="Calibri"/>
              </a:rPr>
              <a:t>Fifth Outline Level</a:t>
            </a:r>
            <a:endParaRPr b="0" lang="en-US" sz="2000" spc="-1" strike="noStrike">
              <a:solidFill>
                <a:schemeClr val="lt1"/>
              </a:solidFill>
              <a:latin typeface="Calibri"/>
            </a:endParaRPr>
          </a:p>
          <a:p>
            <a:pPr lvl="5" marL="2592000" indent="-216000">
              <a:lnSpc>
                <a:spcPct val="90000"/>
              </a:lnSpc>
              <a:spcBef>
                <a:spcPts val="283"/>
              </a:spcBef>
              <a:buClr>
                <a:srgbClr val="ffffff"/>
              </a:buClr>
              <a:buSzPct val="45000"/>
              <a:buFont typeface="Wingdings" charset="2"/>
              <a:buChar char=""/>
            </a:pPr>
            <a:r>
              <a:rPr b="0" lang="en-US" sz="2000" spc="-1" strike="noStrike">
                <a:solidFill>
                  <a:schemeClr val="lt1"/>
                </a:solidFill>
                <a:latin typeface="Calibri"/>
              </a:rPr>
              <a:t>Sixth Outline Level</a:t>
            </a:r>
            <a:endParaRPr b="0" lang="en-US" sz="2000" spc="-1" strike="noStrike">
              <a:solidFill>
                <a:schemeClr val="lt1"/>
              </a:solidFill>
              <a:latin typeface="Calibri"/>
            </a:endParaRPr>
          </a:p>
          <a:p>
            <a:pPr lvl="6" marL="3024000" indent="-216000">
              <a:lnSpc>
                <a:spcPct val="90000"/>
              </a:lnSpc>
              <a:spcBef>
                <a:spcPts val="283"/>
              </a:spcBef>
              <a:buClr>
                <a:srgbClr val="ffffff"/>
              </a:buClr>
              <a:buSzPct val="45000"/>
              <a:buFont typeface="Wingdings" charset="2"/>
              <a:buChar char=""/>
            </a:pPr>
            <a:r>
              <a:rPr b="0" lang="en-US" sz="2000" spc="-1" strike="noStrike">
                <a:solidFill>
                  <a:schemeClr val="lt1"/>
                </a:solidFill>
                <a:latin typeface="Calibri"/>
              </a:rPr>
              <a:t>Seventh Outline Level</a:t>
            </a:r>
            <a:endParaRPr b="0" lang="en-US" sz="2000" spc="-1" strike="noStrike">
              <a:solidFill>
                <a:schemeClr val="lt1"/>
              </a:solidFill>
              <a:latin typeface="Calibri"/>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45"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46" name="PlaceHolder 1"/>
          <p:cNvSpPr>
            <a:spLocks noGrp="1"/>
          </p:cNvSpPr>
          <p:nvPr>
            <p:ph type="dt" idx="16"/>
          </p:nvPr>
        </p:nvSpPr>
        <p:spPr>
          <a:xfrm>
            <a:off x="609480" y="6356520"/>
            <a:ext cx="2844720" cy="364680"/>
          </a:xfrm>
          <a:prstGeom prst="rect">
            <a:avLst/>
          </a:prstGeom>
          <a:noFill/>
          <a:ln w="0">
            <a:noFill/>
          </a:ln>
        </p:spPr>
        <p:txBody>
          <a:bodyPr lIns="91440" rIns="91440" tIns="45720" bIns="45720" anchor="t">
            <a:noAutofit/>
          </a:bodyPr>
          <a:lstStyle>
            <a:lvl1pPr indent="0" defTabSz="914400">
              <a:lnSpc>
                <a:spcPct val="100000"/>
              </a:lnSpc>
              <a:buNone/>
              <a:defRPr b="0" lang="en-US" sz="1800" spc="-1" strike="noStrike">
                <a:solidFill>
                  <a:schemeClr val="dk1"/>
                </a:solidFill>
                <a:latin typeface="Verdana"/>
                <a:ea typeface="Verdana"/>
              </a:defRPr>
            </a:lvl1pPr>
          </a:lstStyle>
          <a:p>
            <a:pPr indent="0" defTabSz="914400">
              <a:lnSpc>
                <a:spcPct val="100000"/>
              </a:lnSpc>
              <a:buNone/>
            </a:pPr>
            <a:r>
              <a:rPr b="0" lang="en-US" sz="1800" spc="-1" strike="noStrike">
                <a:solidFill>
                  <a:schemeClr val="dk1"/>
                </a:solidFill>
                <a:latin typeface="Verdana"/>
                <a:ea typeface="Verdana"/>
              </a:rPr>
              <a:t>&lt;date/time&gt;</a:t>
            </a:r>
            <a:endParaRPr b="0" lang="en-US" sz="1800" spc="-1" strike="noStrike">
              <a:solidFill>
                <a:srgbClr val="ffffff"/>
              </a:solidFill>
              <a:latin typeface="Times New Roman"/>
            </a:endParaRPr>
          </a:p>
        </p:txBody>
      </p:sp>
      <p:sp>
        <p:nvSpPr>
          <p:cNvPr id="47" name="PlaceHolder 2"/>
          <p:cNvSpPr>
            <a:spLocks noGrp="1"/>
          </p:cNvSpPr>
          <p:nvPr>
            <p:ph type="ftr" idx="17"/>
          </p:nvPr>
        </p:nvSpPr>
        <p:spPr>
          <a:xfrm>
            <a:off x="4165560" y="6356520"/>
            <a:ext cx="3860280" cy="364680"/>
          </a:xfrm>
          <a:prstGeom prst="rect">
            <a:avLst/>
          </a:prstGeom>
          <a:noFill/>
          <a:ln w="0">
            <a:noFill/>
          </a:ln>
        </p:spPr>
        <p:txBody>
          <a:bodyPr lIns="91440" rIns="91440" tIns="45720" bIns="45720" anchor="t">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48" name="PlaceHolder 3"/>
          <p:cNvSpPr>
            <a:spLocks noGrp="1"/>
          </p:cNvSpPr>
          <p:nvPr>
            <p:ph type="sldNum" idx="18"/>
          </p:nvPr>
        </p:nvSpPr>
        <p:spPr>
          <a:xfrm>
            <a:off x="8737560" y="6356520"/>
            <a:ext cx="2844720" cy="3646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790" spc="-1" strike="noStrike">
                <a:solidFill>
                  <a:srgbClr val="828282"/>
                </a:solidFill>
                <a:latin typeface="Verdana"/>
                <a:ea typeface="Verdana"/>
              </a:defRPr>
            </a:lvl1pPr>
          </a:lstStyle>
          <a:p>
            <a:pPr indent="0" algn="r" defTabSz="914400">
              <a:lnSpc>
                <a:spcPct val="100000"/>
              </a:lnSpc>
              <a:buNone/>
              <a:tabLst>
                <a:tab algn="l" pos="0"/>
              </a:tabLst>
            </a:pPr>
            <a:fld id="{B67A1908-209C-4F78-AF35-3F5821FAD318}" type="slidenum">
              <a:rPr b="0" lang="en-US" sz="790" spc="-1" strike="noStrike">
                <a:solidFill>
                  <a:srgbClr val="828282"/>
                </a:solidFill>
                <a:latin typeface="Verdana"/>
                <a:ea typeface="Verdana"/>
              </a:rPr>
              <a:t>&lt;number&gt;</a:t>
            </a:fld>
            <a:endParaRPr b="0" lang="en-US" sz="790" spc="-1" strike="noStrike">
              <a:solidFill>
                <a:srgbClr val="ffffff"/>
              </a:solidFill>
              <a:latin typeface="Times New Roman"/>
            </a:endParaRPr>
          </a:p>
        </p:txBody>
      </p:sp>
      <p:grpSp>
        <p:nvGrpSpPr>
          <p:cNvPr id="49" name="Group 5"/>
          <p:cNvGrpSpPr/>
          <p:nvPr/>
        </p:nvGrpSpPr>
        <p:grpSpPr>
          <a:xfrm>
            <a:off x="0" y="1323000"/>
            <a:ext cx="12188520" cy="5534640"/>
            <a:chOff x="0" y="1323000"/>
            <a:chExt cx="12188520" cy="5534640"/>
          </a:xfrm>
        </p:grpSpPr>
        <p:pic>
          <p:nvPicPr>
            <p:cNvPr id="50" name="Google Shape;270;g2893b70371c_0_651" descr=""/>
            <p:cNvPicPr/>
            <p:nvPr/>
          </p:nvPicPr>
          <p:blipFill>
            <a:blip r:embed="rId3"/>
            <a:srcRect l="0" t="0" r="0" b="24473"/>
            <a:stretch/>
          </p:blipFill>
          <p:spPr>
            <a:xfrm>
              <a:off x="0" y="1323000"/>
              <a:ext cx="12188520" cy="5534640"/>
            </a:xfrm>
            <a:prstGeom prst="rect">
              <a:avLst/>
            </a:prstGeom>
            <a:ln w="0">
              <a:noFill/>
            </a:ln>
          </p:spPr>
        </p:pic>
        <p:sp>
          <p:nvSpPr>
            <p:cNvPr id="51" name="Google Shape;271;g2893b70371c_0_651"/>
            <p:cNvSpPr/>
            <p:nvPr/>
          </p:nvSpPr>
          <p:spPr>
            <a:xfrm>
              <a:off x="213840" y="1554120"/>
              <a:ext cx="11799360" cy="5054040"/>
            </a:xfrm>
            <a:prstGeom prst="rect">
              <a:avLst/>
            </a:prstGeom>
            <a:solidFill>
              <a:schemeClr val="lt1">
                <a:alpha val="30000"/>
              </a:schemeClr>
            </a:solidFill>
            <a:ln w="0">
              <a:noFill/>
            </a:ln>
          </p:spPr>
          <p:style>
            <a:lnRef idx="0"/>
            <a:fillRef idx="0"/>
            <a:effectRef idx="0"/>
            <a:fontRef idx="minor"/>
          </p:style>
          <p:txBody>
            <a:bodyPr anchor="ctr">
              <a:noAutofit/>
            </a:bodyPr>
            <a:p>
              <a:pPr algn="ctr" defTabSz="914400">
                <a:lnSpc>
                  <a:spcPct val="100000"/>
                </a:lnSpc>
                <a:tabLst>
                  <a:tab algn="l" pos="0"/>
                </a:tabLst>
              </a:pPr>
              <a:endParaRPr b="0" lang="en-US" sz="1350" spc="-1" strike="noStrike">
                <a:solidFill>
                  <a:srgbClr val="ffffff"/>
                </a:solidFill>
                <a:latin typeface="Calibri"/>
                <a:ea typeface="Calibri"/>
              </a:endParaRPr>
            </a:p>
          </p:txBody>
        </p:sp>
      </p:grpSp>
    </p:spTree>
  </p:cSld>
  <p:clrMap bg1="lt1" bg2="lt2" tx1="dk1" tx2="dk2" accent1="accent1" accent2="accent2" accent3="accent3" accent4="accent4" accent5="accent5" accent6="accent6" hlink="hlink" folHlink="folHlink"/>
  <p:sldLayoutIdLst>
    <p:sldLayoutId id="2147483667" r:id="rId4"/>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52"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53" name="PlaceHolder 1"/>
          <p:cNvSpPr>
            <a:spLocks noGrp="1"/>
          </p:cNvSpPr>
          <p:nvPr>
            <p:ph type="title"/>
          </p:nvPr>
        </p:nvSpPr>
        <p:spPr>
          <a:xfrm>
            <a:off x="60480" y="198360"/>
            <a:ext cx="12070800" cy="359280"/>
          </a:xfrm>
          <a:prstGeom prst="rect">
            <a:avLst/>
          </a:prstGeom>
          <a:noFill/>
          <a:ln w="0">
            <a:noFill/>
          </a:ln>
        </p:spPr>
        <p:txBody>
          <a:bodyPr lIns="360000" rIns="1440000" tIns="0" bIns="0" anchor="t">
            <a:noAutofit/>
          </a:bodyPr>
          <a:p>
            <a:pPr indent="0" defTabSz="914400">
              <a:lnSpc>
                <a:spcPct val="90000"/>
              </a:lnSpc>
              <a:buNone/>
            </a:pPr>
            <a:r>
              <a:rPr b="1" lang="en-US" sz="4400" spc="-1" strike="noStrike">
                <a:solidFill>
                  <a:schemeClr val="lt1"/>
                </a:solidFill>
                <a:latin typeface="Calibri Light"/>
              </a:rPr>
              <a:t>Click to edit Master title style</a:t>
            </a:r>
            <a:endParaRPr b="0" lang="en-US" sz="4400" spc="-1" strike="noStrike">
              <a:solidFill>
                <a:schemeClr val="dk1"/>
              </a:solidFill>
              <a:latin typeface="Calibri"/>
            </a:endParaRPr>
          </a:p>
        </p:txBody>
      </p:sp>
      <p:sp>
        <p:nvSpPr>
          <p:cNvPr id="54" name="PlaceHolder 2"/>
          <p:cNvSpPr>
            <a:spLocks noGrp="1"/>
          </p:cNvSpPr>
          <p:nvPr>
            <p:ph type="body"/>
          </p:nvPr>
        </p:nvSpPr>
        <p:spPr>
          <a:xfrm>
            <a:off x="0" y="839160"/>
            <a:ext cx="12191760" cy="5033520"/>
          </a:xfrm>
          <a:prstGeom prst="rect">
            <a:avLst/>
          </a:prstGeom>
          <a:noFill/>
          <a:ln w="0">
            <a:noFill/>
          </a:ln>
        </p:spPr>
        <p:txBody>
          <a:bodyPr lIns="144000" rIns="648000" tIns="396000" bIns="45720" anchor="t">
            <a:normAutofit/>
          </a:bodyPr>
          <a:p>
            <a:pPr marL="457200" indent="-228600" defTabSz="914400">
              <a:lnSpc>
                <a:spcPct val="120000"/>
              </a:lnSpc>
              <a:buNone/>
              <a:tabLst>
                <a:tab algn="l" pos="0"/>
              </a:tabLst>
            </a:pPr>
            <a:r>
              <a:rPr b="0" lang="en-US" sz="3400" spc="-1" strike="noStrike">
                <a:solidFill>
                  <a:schemeClr val="lt1"/>
                </a:solidFill>
                <a:latin typeface="Verdana"/>
                <a:ea typeface="Verdana"/>
              </a:rPr>
              <a:t>Edit Master text styles</a:t>
            </a:r>
            <a:endParaRPr b="0" lang="en-US" sz="3400" spc="-1" strike="noStrike">
              <a:solidFill>
                <a:schemeClr val="lt1"/>
              </a:solidFill>
              <a:latin typeface="Calibri"/>
            </a:endParaRPr>
          </a:p>
        </p:txBody>
      </p:sp>
      <p:sp>
        <p:nvSpPr>
          <p:cNvPr id="55" name="PlaceHolder 3"/>
          <p:cNvSpPr>
            <a:spLocks noGrp="1"/>
          </p:cNvSpPr>
          <p:nvPr>
            <p:ph type="sldNum" idx="19"/>
          </p:nvPr>
        </p:nvSpPr>
        <p:spPr>
          <a:xfrm>
            <a:off x="8797320" y="6302880"/>
            <a:ext cx="2742840" cy="4849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400" spc="-1" strike="noStrike">
                <a:solidFill>
                  <a:srgbClr val="828282"/>
                </a:solidFill>
                <a:latin typeface="Verdana"/>
                <a:ea typeface="Verdana"/>
              </a:defRPr>
            </a:lvl1pPr>
          </a:lstStyle>
          <a:p>
            <a:pPr indent="0" algn="r" defTabSz="914400">
              <a:lnSpc>
                <a:spcPct val="100000"/>
              </a:lnSpc>
              <a:buNone/>
              <a:tabLst>
                <a:tab algn="l" pos="0"/>
              </a:tabLst>
            </a:pPr>
            <a:fld id="{CE37F660-B6A4-4299-BEBC-0C885CBEA8D0}" type="slidenum">
              <a:rPr b="0" lang="en-US" sz="1400" spc="-1" strike="noStrike">
                <a:solidFill>
                  <a:srgbClr val="828282"/>
                </a:solidFill>
                <a:latin typeface="Verdana"/>
                <a:ea typeface="Verdana"/>
              </a:rPr>
              <a:t>&lt;number&gt;</a:t>
            </a:fld>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56"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57" name="PlaceHolder 1"/>
          <p:cNvSpPr>
            <a:spLocks noGrp="1"/>
          </p:cNvSpPr>
          <p:nvPr>
            <p:ph type="body"/>
          </p:nvPr>
        </p:nvSpPr>
        <p:spPr>
          <a:xfrm>
            <a:off x="838080" y="1825560"/>
            <a:ext cx="10515240" cy="4350960"/>
          </a:xfrm>
          <a:prstGeom prst="rect">
            <a:avLst/>
          </a:prstGeom>
          <a:noFill/>
          <a:ln w="0">
            <a:noFill/>
          </a:ln>
        </p:spPr>
        <p:txBody>
          <a:bodyPr lIns="90000" rIns="90000" tIns="45000" bIns="45000" anchor="t">
            <a:noAutofit/>
          </a:bodyPr>
          <a:p>
            <a:pPr marL="228600" indent="-228600" defTabSz="914400">
              <a:lnSpc>
                <a:spcPct val="90000"/>
              </a:lnSpc>
              <a:spcBef>
                <a:spcPts val="1001"/>
              </a:spcBef>
              <a:buClr>
                <a:srgbClr val="ffffff"/>
              </a:buClr>
              <a:buFont typeface="Arial"/>
              <a:buChar char="•"/>
            </a:pPr>
            <a:r>
              <a:rPr b="0" lang="en-US" sz="2800" spc="-1" strike="noStrike">
                <a:solidFill>
                  <a:schemeClr val="lt1"/>
                </a:solidFill>
                <a:latin typeface="Calibri"/>
              </a:rPr>
              <a:t>Edit Master text styles</a:t>
            </a:r>
            <a:endParaRPr b="0" lang="en-US" sz="2800" spc="-1" strike="noStrike">
              <a:solidFill>
                <a:schemeClr val="lt1"/>
              </a:solidFill>
              <a:latin typeface="Calibri"/>
            </a:endParaRPr>
          </a:p>
          <a:p>
            <a:pPr lvl="1" marL="685800" indent="-228600" defTabSz="914400">
              <a:lnSpc>
                <a:spcPct val="90000"/>
              </a:lnSpc>
              <a:spcBef>
                <a:spcPts val="499"/>
              </a:spcBef>
              <a:buClr>
                <a:srgbClr val="ffffff"/>
              </a:buClr>
              <a:buFont typeface="Arial"/>
              <a:buChar char="•"/>
            </a:pPr>
            <a:r>
              <a:rPr b="0" lang="en-US" sz="2400" spc="-1" strike="noStrike">
                <a:solidFill>
                  <a:schemeClr val="lt1"/>
                </a:solidFill>
                <a:latin typeface="Calibri"/>
              </a:rPr>
              <a:t>Second level</a:t>
            </a:r>
            <a:endParaRPr b="0" lang="en-US" sz="2400" spc="-1" strike="noStrike">
              <a:solidFill>
                <a:schemeClr val="lt1"/>
              </a:solidFill>
              <a:latin typeface="Calibri"/>
            </a:endParaRPr>
          </a:p>
          <a:p>
            <a:pPr lvl="2" marL="1143000" indent="-228600" defTabSz="914400">
              <a:lnSpc>
                <a:spcPct val="90000"/>
              </a:lnSpc>
              <a:spcBef>
                <a:spcPts val="499"/>
              </a:spcBef>
              <a:buClr>
                <a:srgbClr val="ffffff"/>
              </a:buClr>
              <a:buFont typeface="Arial"/>
              <a:buChar char="•"/>
            </a:pPr>
            <a:r>
              <a:rPr b="0" lang="en-US" sz="2000" spc="-1" strike="noStrike">
                <a:solidFill>
                  <a:schemeClr val="lt1"/>
                </a:solidFill>
                <a:latin typeface="Calibri"/>
              </a:rPr>
              <a:t>Third level</a:t>
            </a:r>
            <a:endParaRPr b="0" lang="en-US" sz="2000" spc="-1" strike="noStrike">
              <a:solidFill>
                <a:schemeClr val="lt1"/>
              </a:solidFill>
              <a:latin typeface="Calibri"/>
            </a:endParaRPr>
          </a:p>
          <a:p>
            <a:pPr lvl="3" marL="1600200" indent="-228600" defTabSz="914400">
              <a:lnSpc>
                <a:spcPct val="90000"/>
              </a:lnSpc>
              <a:spcBef>
                <a:spcPts val="499"/>
              </a:spcBef>
              <a:buClr>
                <a:srgbClr val="ffffff"/>
              </a:buClr>
              <a:buFont typeface="Arial"/>
              <a:buChar char="•"/>
            </a:pPr>
            <a:r>
              <a:rPr b="0" lang="en-US" sz="1800" spc="-1" strike="noStrike">
                <a:solidFill>
                  <a:schemeClr val="lt1"/>
                </a:solidFill>
                <a:latin typeface="Calibri"/>
              </a:rPr>
              <a:t>Fourth level</a:t>
            </a:r>
            <a:endParaRPr b="0" lang="en-US" sz="1800" spc="-1" strike="noStrike">
              <a:solidFill>
                <a:schemeClr val="lt1"/>
              </a:solidFill>
              <a:latin typeface="Calibri"/>
            </a:endParaRPr>
          </a:p>
          <a:p>
            <a:pPr lvl="4" marL="2057400" indent="-228600" defTabSz="914400">
              <a:lnSpc>
                <a:spcPct val="90000"/>
              </a:lnSpc>
              <a:spcBef>
                <a:spcPts val="499"/>
              </a:spcBef>
              <a:buClr>
                <a:srgbClr val="ffffff"/>
              </a:buClr>
              <a:buFont typeface="Arial"/>
              <a:buChar char="•"/>
            </a:pPr>
            <a:r>
              <a:rPr b="0" lang="en-US" sz="1800" spc="-1" strike="noStrike">
                <a:solidFill>
                  <a:schemeClr val="lt1"/>
                </a:solidFill>
                <a:latin typeface="Calibri"/>
              </a:rPr>
              <a:t>Fifth level</a:t>
            </a:r>
            <a:endParaRPr b="0" lang="en-US" sz="1800" spc="-1" strike="noStrike">
              <a:solidFill>
                <a:schemeClr val="lt1"/>
              </a:solidFill>
              <a:latin typeface="Calibri"/>
            </a:endParaRPr>
          </a:p>
        </p:txBody>
      </p:sp>
      <p:sp>
        <p:nvSpPr>
          <p:cNvPr id="58" name="PlaceHolder 2"/>
          <p:cNvSpPr>
            <a:spLocks noGrp="1"/>
          </p:cNvSpPr>
          <p:nvPr>
            <p:ph type="dt" idx="20"/>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r>
              <a:rPr b="0" lang="en-US" sz="1800" spc="-1" strike="noStrike">
                <a:solidFill>
                  <a:schemeClr val="dk1"/>
                </a:solidFill>
                <a:latin typeface="Calibri"/>
              </a:rPr>
              <a:t>&lt;date/time&gt;</a:t>
            </a:r>
            <a:endParaRPr b="0" lang="en-US" sz="1800" spc="-1" strike="noStrike">
              <a:solidFill>
                <a:srgbClr val="ffffff"/>
              </a:solidFill>
              <a:latin typeface="Times New Roman"/>
            </a:endParaRPr>
          </a:p>
        </p:txBody>
      </p:sp>
      <p:sp>
        <p:nvSpPr>
          <p:cNvPr id="59" name="PlaceHolder 3"/>
          <p:cNvSpPr>
            <a:spLocks noGrp="1"/>
          </p:cNvSpPr>
          <p:nvPr>
            <p:ph type="ftr" idx="21"/>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60" name="PlaceHolder 4"/>
          <p:cNvSpPr>
            <a:spLocks noGrp="1"/>
          </p:cNvSpPr>
          <p:nvPr>
            <p:ph type="sldNum" idx="22"/>
          </p:nvPr>
        </p:nvSpPr>
        <p:spPr>
          <a:xfrm>
            <a:off x="86104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fld id="{BBD6F3C3-50F1-4101-B345-67ABCDA3B910}" type="slidenum">
              <a:rPr b="0" lang="en-US" sz="1800" spc="-1" strike="noStrike">
                <a:solidFill>
                  <a:schemeClr val="dk1"/>
                </a:solidFill>
                <a:latin typeface="Calibri"/>
              </a:rPr>
              <a:t>&lt;number&gt;</a:t>
            </a:fld>
            <a:endParaRPr b="0" lang="en-US" sz="1800" spc="-1" strike="noStrike">
              <a:solidFill>
                <a:srgbClr val="ffffff"/>
              </a:solidFill>
              <a:latin typeface="Times New Roman"/>
            </a:endParaRPr>
          </a:p>
        </p:txBody>
      </p:sp>
      <p:cxnSp>
        <p:nvCxnSpPr>
          <p:cNvPr id="61" name="Straight Connector 6"/>
          <p:cNvCxnSpPr/>
          <p:nvPr/>
        </p:nvCxnSpPr>
        <p:spPr>
          <a:xfrm>
            <a:off x="4168800" y="1110240"/>
            <a:ext cx="3903840" cy="360"/>
          </a:xfrm>
          <a:prstGeom prst="straightConnector1">
            <a:avLst/>
          </a:prstGeom>
          <a:ln w="19050">
            <a:solidFill>
              <a:srgbClr val="ffffff"/>
            </a:solidFill>
          </a:ln>
        </p:spPr>
      </p:cxn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62"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63" name="PlaceHolder 1"/>
          <p:cNvSpPr>
            <a:spLocks noGrp="1"/>
          </p:cNvSpPr>
          <p:nvPr>
            <p:ph type="title"/>
          </p:nvPr>
        </p:nvSpPr>
        <p:spPr>
          <a:xfrm>
            <a:off x="415440" y="2867760"/>
            <a:ext cx="11360520" cy="1122120"/>
          </a:xfrm>
          <a:prstGeom prst="rect">
            <a:avLst/>
          </a:prstGeom>
          <a:noFill/>
          <a:ln w="0">
            <a:noFill/>
          </a:ln>
        </p:spPr>
        <p:txBody>
          <a:bodyPr lIns="91440" rIns="91440" tIns="91440" bIns="91440" anchor="ctr">
            <a:normAutofit/>
          </a:bodyPr>
          <a:p>
            <a:pPr indent="0" algn="ctr" defTabSz="914400">
              <a:lnSpc>
                <a:spcPct val="100000"/>
              </a:lnSpc>
              <a:buNone/>
            </a:pPr>
            <a:r>
              <a:rPr b="1" lang="en-US" sz="4800" spc="-1" strike="noStrike">
                <a:solidFill>
                  <a:schemeClr val="lt1"/>
                </a:solidFill>
                <a:latin typeface="Calibri Light"/>
              </a:rPr>
              <a:t>Click to edit Master title style</a:t>
            </a:r>
            <a:endParaRPr b="0" lang="en-US" sz="4800" spc="-1" strike="noStrike">
              <a:solidFill>
                <a:schemeClr val="dk1"/>
              </a:solidFill>
              <a:latin typeface="Calibri"/>
            </a:endParaRPr>
          </a:p>
        </p:txBody>
      </p:sp>
      <p:sp>
        <p:nvSpPr>
          <p:cNvPr id="64" name="PlaceHolder 2"/>
          <p:cNvSpPr>
            <a:spLocks noGrp="1"/>
          </p:cNvSpPr>
          <p:nvPr>
            <p:ph type="sldNum" idx="23"/>
          </p:nvPr>
        </p:nvSpPr>
        <p:spPr>
          <a:xfrm>
            <a:off x="11296440" y="6217560"/>
            <a:ext cx="731160" cy="524520"/>
          </a:xfrm>
          <a:prstGeom prst="rect">
            <a:avLst/>
          </a:prstGeom>
          <a:noFill/>
          <a:ln w="0">
            <a:noFill/>
          </a:ln>
        </p:spPr>
        <p:txBody>
          <a:bodyPr lIns="91440" rIns="91440" tIns="91440" bIns="91440" anchor="ctr">
            <a:normAutofit/>
          </a:bodyPr>
          <a:lstStyle>
            <a:lvl1pPr indent="0" algn="r" defTabSz="914400">
              <a:lnSpc>
                <a:spcPct val="100000"/>
              </a:lnSpc>
              <a:buNone/>
              <a:tabLst>
                <a:tab algn="l" pos="0"/>
              </a:tabLst>
              <a:defRPr b="0" lang="en-US" sz="1340" spc="-1" strike="noStrike">
                <a:solidFill>
                  <a:srgbClr val="595959"/>
                </a:solidFill>
                <a:latin typeface="Arial"/>
                <a:ea typeface="Arial"/>
              </a:defRPr>
            </a:lvl1pPr>
          </a:lstStyle>
          <a:p>
            <a:pPr indent="0" algn="r" defTabSz="914400">
              <a:lnSpc>
                <a:spcPct val="100000"/>
              </a:lnSpc>
              <a:buNone/>
              <a:tabLst>
                <a:tab algn="l" pos="0"/>
              </a:tabLst>
            </a:pPr>
            <a:fld id="{34D1E81D-F87E-423A-B9D6-970FC427DA33}" type="slidenum">
              <a:rPr b="0" lang="en-US" sz="1340" spc="-1" strike="noStrike">
                <a:solidFill>
                  <a:srgbClr val="595959"/>
                </a:solidFill>
                <a:latin typeface="Arial"/>
                <a:ea typeface="Arial"/>
              </a:rPr>
              <a:t>&lt;number&gt;</a:t>
            </a:fld>
            <a:endParaRPr b="0" lang="en-US" sz="134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65"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66" name="PlaceHolder 1"/>
          <p:cNvSpPr>
            <a:spLocks noGrp="1"/>
          </p:cNvSpPr>
          <p:nvPr>
            <p:ph type="dt" idx="24"/>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r>
              <a:rPr b="0" lang="en-US" sz="1800" spc="-1" strike="noStrike">
                <a:solidFill>
                  <a:schemeClr val="dk1"/>
                </a:solidFill>
                <a:latin typeface="Calibri"/>
              </a:rPr>
              <a:t>&lt;date/time&gt;</a:t>
            </a:r>
            <a:endParaRPr b="0" lang="en-US" sz="1800" spc="-1" strike="noStrike">
              <a:solidFill>
                <a:srgbClr val="ffffff"/>
              </a:solidFill>
              <a:latin typeface="Times New Roman"/>
            </a:endParaRPr>
          </a:p>
        </p:txBody>
      </p:sp>
      <p:sp>
        <p:nvSpPr>
          <p:cNvPr id="67" name="PlaceHolder 2"/>
          <p:cNvSpPr>
            <a:spLocks noGrp="1"/>
          </p:cNvSpPr>
          <p:nvPr>
            <p:ph type="ftr" idx="25"/>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68" name="PlaceHolder 3"/>
          <p:cNvSpPr>
            <a:spLocks noGrp="1"/>
          </p:cNvSpPr>
          <p:nvPr>
            <p:ph type="sldNum" idx="26"/>
          </p:nvPr>
        </p:nvSpPr>
        <p:spPr>
          <a:xfrm>
            <a:off x="86104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fld id="{DF0539DE-3E51-4F05-8B85-0C2C17671245}" type="slidenum">
              <a:rPr b="0" lang="en-US" sz="1800" spc="-1" strike="noStrike">
                <a:solidFill>
                  <a:schemeClr val="dk1"/>
                </a:solidFill>
                <a:latin typeface="Calibri"/>
              </a:rPr>
              <a:t>&lt;number&gt;</a:t>
            </a:fld>
            <a:endParaRPr b="0" lang="en-US" sz="18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69"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70" name="PlaceHolder 1"/>
          <p:cNvSpPr>
            <a:spLocks noGrp="1"/>
          </p:cNvSpPr>
          <p:nvPr>
            <p:ph type="title"/>
          </p:nvPr>
        </p:nvSpPr>
        <p:spPr>
          <a:xfrm>
            <a:off x="839880" y="365040"/>
            <a:ext cx="10515240" cy="1325160"/>
          </a:xfrm>
          <a:prstGeom prst="rect">
            <a:avLst/>
          </a:prstGeom>
          <a:noFill/>
          <a:ln w="0">
            <a:noFill/>
          </a:ln>
        </p:spPr>
        <p:txBody>
          <a:bodyPr lIns="90000" rIns="90000" tIns="45000" bIns="45000" anchor="t">
            <a:noAutofit/>
          </a:bodyPr>
          <a:p>
            <a:pPr indent="0" defTabSz="914400">
              <a:lnSpc>
                <a:spcPct val="90000"/>
              </a:lnSpc>
              <a:buNone/>
            </a:pPr>
            <a:r>
              <a:rPr b="1" lang="en-US" sz="4400" spc="-1" strike="noStrike">
                <a:solidFill>
                  <a:schemeClr val="lt1"/>
                </a:solidFill>
                <a:latin typeface="Calibri Light"/>
              </a:rPr>
              <a:t>Click to edit Master title style</a:t>
            </a:r>
            <a:endParaRPr b="0" lang="en-US" sz="4400" spc="-1" strike="noStrike">
              <a:solidFill>
                <a:schemeClr val="dk1"/>
              </a:solidFill>
              <a:latin typeface="Calibri"/>
            </a:endParaRPr>
          </a:p>
        </p:txBody>
      </p:sp>
      <p:sp>
        <p:nvSpPr>
          <p:cNvPr id="71" name="PlaceHolder 2"/>
          <p:cNvSpPr>
            <a:spLocks noGrp="1"/>
          </p:cNvSpPr>
          <p:nvPr>
            <p:ph type="body"/>
          </p:nvPr>
        </p:nvSpPr>
        <p:spPr>
          <a:xfrm>
            <a:off x="839880" y="1681200"/>
            <a:ext cx="5157360" cy="823680"/>
          </a:xfrm>
          <a:prstGeom prst="rect">
            <a:avLst/>
          </a:prstGeom>
          <a:noFill/>
          <a:ln w="0">
            <a:noFill/>
          </a:ln>
        </p:spPr>
        <p:txBody>
          <a:bodyPr lIns="90000" rIns="90000" tIns="45000" bIns="45000" anchor="b">
            <a:noAutofit/>
          </a:bodyPr>
          <a:p>
            <a:pPr indent="0" defTabSz="914400">
              <a:lnSpc>
                <a:spcPct val="90000"/>
              </a:lnSpc>
              <a:spcBef>
                <a:spcPts val="1001"/>
              </a:spcBef>
              <a:buNone/>
              <a:tabLst>
                <a:tab algn="l" pos="0"/>
              </a:tabLst>
            </a:pPr>
            <a:r>
              <a:rPr b="1" lang="en-US" sz="2400" spc="-1" strike="noStrike">
                <a:solidFill>
                  <a:schemeClr val="lt1"/>
                </a:solidFill>
                <a:latin typeface="Calibri"/>
              </a:rPr>
              <a:t>Edit Master text styles</a:t>
            </a:r>
            <a:endParaRPr b="0" lang="en-US" sz="2400" spc="-1" strike="noStrike">
              <a:solidFill>
                <a:schemeClr val="lt1"/>
              </a:solidFill>
              <a:latin typeface="Calibri"/>
            </a:endParaRPr>
          </a:p>
        </p:txBody>
      </p:sp>
      <p:sp>
        <p:nvSpPr>
          <p:cNvPr id="72" name="PlaceHolder 3"/>
          <p:cNvSpPr>
            <a:spLocks noGrp="1"/>
          </p:cNvSpPr>
          <p:nvPr>
            <p:ph type="body"/>
          </p:nvPr>
        </p:nvSpPr>
        <p:spPr>
          <a:xfrm>
            <a:off x="839880" y="2505240"/>
            <a:ext cx="5157360" cy="3684240"/>
          </a:xfrm>
          <a:prstGeom prst="rect">
            <a:avLst/>
          </a:prstGeom>
          <a:noFill/>
          <a:ln w="0">
            <a:noFill/>
          </a:ln>
        </p:spPr>
        <p:txBody>
          <a:bodyPr lIns="90000" rIns="90000" tIns="45000" bIns="45000" anchor="t">
            <a:noAutofit/>
          </a:bodyPr>
          <a:p>
            <a:pPr marL="228600" indent="-228600" defTabSz="914400">
              <a:lnSpc>
                <a:spcPct val="90000"/>
              </a:lnSpc>
              <a:spcBef>
                <a:spcPts val="1001"/>
              </a:spcBef>
              <a:buClr>
                <a:srgbClr val="ffffff"/>
              </a:buClr>
              <a:buFont typeface="Arial"/>
              <a:buChar char="•"/>
            </a:pPr>
            <a:r>
              <a:rPr b="0" lang="en-US" sz="2800" spc="-1" strike="noStrike">
                <a:solidFill>
                  <a:schemeClr val="lt1"/>
                </a:solidFill>
                <a:latin typeface="Calibri"/>
              </a:rPr>
              <a:t>Edit Master text styles</a:t>
            </a:r>
            <a:endParaRPr b="0" lang="en-US" sz="2800" spc="-1" strike="noStrike">
              <a:solidFill>
                <a:schemeClr val="lt1"/>
              </a:solidFill>
              <a:latin typeface="Calibri"/>
            </a:endParaRPr>
          </a:p>
          <a:p>
            <a:pPr lvl="1" marL="685800" indent="-228600" defTabSz="914400">
              <a:lnSpc>
                <a:spcPct val="90000"/>
              </a:lnSpc>
              <a:spcBef>
                <a:spcPts val="499"/>
              </a:spcBef>
              <a:buClr>
                <a:srgbClr val="ffffff"/>
              </a:buClr>
              <a:buFont typeface="Arial"/>
              <a:buChar char="•"/>
            </a:pPr>
            <a:r>
              <a:rPr b="0" lang="en-US" sz="2400" spc="-1" strike="noStrike">
                <a:solidFill>
                  <a:schemeClr val="lt1"/>
                </a:solidFill>
                <a:latin typeface="Calibri"/>
              </a:rPr>
              <a:t>Second level</a:t>
            </a:r>
            <a:endParaRPr b="0" lang="en-US" sz="2400" spc="-1" strike="noStrike">
              <a:solidFill>
                <a:schemeClr val="lt1"/>
              </a:solidFill>
              <a:latin typeface="Calibri"/>
            </a:endParaRPr>
          </a:p>
          <a:p>
            <a:pPr lvl="2" marL="1143000" indent="-228600" defTabSz="914400">
              <a:lnSpc>
                <a:spcPct val="90000"/>
              </a:lnSpc>
              <a:spcBef>
                <a:spcPts val="499"/>
              </a:spcBef>
              <a:buClr>
                <a:srgbClr val="ffffff"/>
              </a:buClr>
              <a:buFont typeface="Arial"/>
              <a:buChar char="•"/>
            </a:pPr>
            <a:r>
              <a:rPr b="0" lang="en-US" sz="2000" spc="-1" strike="noStrike">
                <a:solidFill>
                  <a:schemeClr val="lt1"/>
                </a:solidFill>
                <a:latin typeface="Calibri"/>
              </a:rPr>
              <a:t>Third level</a:t>
            </a:r>
            <a:endParaRPr b="0" lang="en-US" sz="2000" spc="-1" strike="noStrike">
              <a:solidFill>
                <a:schemeClr val="lt1"/>
              </a:solidFill>
              <a:latin typeface="Calibri"/>
            </a:endParaRPr>
          </a:p>
          <a:p>
            <a:pPr lvl="3" marL="1600200" indent="-228600" defTabSz="914400">
              <a:lnSpc>
                <a:spcPct val="90000"/>
              </a:lnSpc>
              <a:spcBef>
                <a:spcPts val="499"/>
              </a:spcBef>
              <a:buClr>
                <a:srgbClr val="ffffff"/>
              </a:buClr>
              <a:buFont typeface="Arial"/>
              <a:buChar char="•"/>
            </a:pPr>
            <a:r>
              <a:rPr b="0" lang="en-US" sz="1800" spc="-1" strike="noStrike">
                <a:solidFill>
                  <a:schemeClr val="lt1"/>
                </a:solidFill>
                <a:latin typeface="Calibri"/>
              </a:rPr>
              <a:t>Fourth level</a:t>
            </a:r>
            <a:endParaRPr b="0" lang="en-US" sz="1800" spc="-1" strike="noStrike">
              <a:solidFill>
                <a:schemeClr val="lt1"/>
              </a:solidFill>
              <a:latin typeface="Calibri"/>
            </a:endParaRPr>
          </a:p>
          <a:p>
            <a:pPr lvl="4" marL="2057400" indent="-228600" defTabSz="914400">
              <a:lnSpc>
                <a:spcPct val="90000"/>
              </a:lnSpc>
              <a:spcBef>
                <a:spcPts val="499"/>
              </a:spcBef>
              <a:buClr>
                <a:srgbClr val="ffffff"/>
              </a:buClr>
              <a:buFont typeface="Arial"/>
              <a:buChar char="•"/>
            </a:pPr>
            <a:r>
              <a:rPr b="0" lang="en-US" sz="1800" spc="-1" strike="noStrike">
                <a:solidFill>
                  <a:schemeClr val="lt1"/>
                </a:solidFill>
                <a:latin typeface="Calibri"/>
              </a:rPr>
              <a:t>Fifth level</a:t>
            </a:r>
            <a:endParaRPr b="0" lang="en-US" sz="1800" spc="-1" strike="noStrike">
              <a:solidFill>
                <a:schemeClr val="lt1"/>
              </a:solidFill>
              <a:latin typeface="Calibri"/>
            </a:endParaRPr>
          </a:p>
        </p:txBody>
      </p:sp>
      <p:sp>
        <p:nvSpPr>
          <p:cNvPr id="73" name="PlaceHolder 4"/>
          <p:cNvSpPr>
            <a:spLocks noGrp="1"/>
          </p:cNvSpPr>
          <p:nvPr>
            <p:ph type="body"/>
          </p:nvPr>
        </p:nvSpPr>
        <p:spPr>
          <a:xfrm>
            <a:off x="6172200" y="1681200"/>
            <a:ext cx="5182920" cy="823680"/>
          </a:xfrm>
          <a:prstGeom prst="rect">
            <a:avLst/>
          </a:prstGeom>
          <a:noFill/>
          <a:ln w="0">
            <a:noFill/>
          </a:ln>
        </p:spPr>
        <p:txBody>
          <a:bodyPr lIns="90000" rIns="90000" tIns="45000" bIns="45000" anchor="b">
            <a:noAutofit/>
          </a:bodyPr>
          <a:p>
            <a:pPr indent="0" defTabSz="914400">
              <a:lnSpc>
                <a:spcPct val="90000"/>
              </a:lnSpc>
              <a:spcBef>
                <a:spcPts val="1001"/>
              </a:spcBef>
              <a:buNone/>
              <a:tabLst>
                <a:tab algn="l" pos="0"/>
              </a:tabLst>
            </a:pPr>
            <a:r>
              <a:rPr b="1" lang="en-US" sz="2400" spc="-1" strike="noStrike">
                <a:solidFill>
                  <a:schemeClr val="lt1"/>
                </a:solidFill>
                <a:latin typeface="Calibri"/>
              </a:rPr>
              <a:t>Edit Master text styles</a:t>
            </a:r>
            <a:endParaRPr b="0" lang="en-US" sz="2400" spc="-1" strike="noStrike">
              <a:solidFill>
                <a:schemeClr val="lt1"/>
              </a:solidFill>
              <a:latin typeface="Calibri"/>
            </a:endParaRPr>
          </a:p>
        </p:txBody>
      </p:sp>
      <p:sp>
        <p:nvSpPr>
          <p:cNvPr id="74" name="PlaceHolder 5"/>
          <p:cNvSpPr>
            <a:spLocks noGrp="1"/>
          </p:cNvSpPr>
          <p:nvPr>
            <p:ph type="body"/>
          </p:nvPr>
        </p:nvSpPr>
        <p:spPr>
          <a:xfrm>
            <a:off x="6172200" y="2505240"/>
            <a:ext cx="5182920" cy="3684240"/>
          </a:xfrm>
          <a:prstGeom prst="rect">
            <a:avLst/>
          </a:prstGeom>
          <a:noFill/>
          <a:ln w="0">
            <a:noFill/>
          </a:ln>
        </p:spPr>
        <p:txBody>
          <a:bodyPr lIns="90000" rIns="90000" tIns="45000" bIns="45000" anchor="t">
            <a:noAutofit/>
          </a:bodyPr>
          <a:p>
            <a:pPr marL="228600" indent="-228600" defTabSz="914400">
              <a:lnSpc>
                <a:spcPct val="90000"/>
              </a:lnSpc>
              <a:spcBef>
                <a:spcPts val="1001"/>
              </a:spcBef>
              <a:buClr>
                <a:srgbClr val="ffffff"/>
              </a:buClr>
              <a:buFont typeface="Arial"/>
              <a:buChar char="•"/>
            </a:pPr>
            <a:r>
              <a:rPr b="0" lang="en-US" sz="2800" spc="-1" strike="noStrike">
                <a:solidFill>
                  <a:schemeClr val="lt1"/>
                </a:solidFill>
                <a:latin typeface="Calibri"/>
              </a:rPr>
              <a:t>Edit Master text styles</a:t>
            </a:r>
            <a:endParaRPr b="0" lang="en-US" sz="2800" spc="-1" strike="noStrike">
              <a:solidFill>
                <a:schemeClr val="lt1"/>
              </a:solidFill>
              <a:latin typeface="Calibri"/>
            </a:endParaRPr>
          </a:p>
          <a:p>
            <a:pPr lvl="1" marL="685800" indent="-228600" defTabSz="914400">
              <a:lnSpc>
                <a:spcPct val="90000"/>
              </a:lnSpc>
              <a:spcBef>
                <a:spcPts val="499"/>
              </a:spcBef>
              <a:buClr>
                <a:srgbClr val="ffffff"/>
              </a:buClr>
              <a:buFont typeface="Arial"/>
              <a:buChar char="•"/>
            </a:pPr>
            <a:r>
              <a:rPr b="0" lang="en-US" sz="2400" spc="-1" strike="noStrike">
                <a:solidFill>
                  <a:schemeClr val="lt1"/>
                </a:solidFill>
                <a:latin typeface="Calibri"/>
              </a:rPr>
              <a:t>Second level</a:t>
            </a:r>
            <a:endParaRPr b="0" lang="en-US" sz="2400" spc="-1" strike="noStrike">
              <a:solidFill>
                <a:schemeClr val="lt1"/>
              </a:solidFill>
              <a:latin typeface="Calibri"/>
            </a:endParaRPr>
          </a:p>
          <a:p>
            <a:pPr lvl="2" marL="1143000" indent="-228600" defTabSz="914400">
              <a:lnSpc>
                <a:spcPct val="90000"/>
              </a:lnSpc>
              <a:spcBef>
                <a:spcPts val="499"/>
              </a:spcBef>
              <a:buClr>
                <a:srgbClr val="ffffff"/>
              </a:buClr>
              <a:buFont typeface="Arial"/>
              <a:buChar char="•"/>
            </a:pPr>
            <a:r>
              <a:rPr b="0" lang="en-US" sz="2000" spc="-1" strike="noStrike">
                <a:solidFill>
                  <a:schemeClr val="lt1"/>
                </a:solidFill>
                <a:latin typeface="Calibri"/>
              </a:rPr>
              <a:t>Third level</a:t>
            </a:r>
            <a:endParaRPr b="0" lang="en-US" sz="2000" spc="-1" strike="noStrike">
              <a:solidFill>
                <a:schemeClr val="lt1"/>
              </a:solidFill>
              <a:latin typeface="Calibri"/>
            </a:endParaRPr>
          </a:p>
          <a:p>
            <a:pPr lvl="3" marL="1600200" indent="-228600" defTabSz="914400">
              <a:lnSpc>
                <a:spcPct val="90000"/>
              </a:lnSpc>
              <a:spcBef>
                <a:spcPts val="499"/>
              </a:spcBef>
              <a:buClr>
                <a:srgbClr val="ffffff"/>
              </a:buClr>
              <a:buFont typeface="Arial"/>
              <a:buChar char="•"/>
            </a:pPr>
            <a:r>
              <a:rPr b="0" lang="en-US" sz="1800" spc="-1" strike="noStrike">
                <a:solidFill>
                  <a:schemeClr val="lt1"/>
                </a:solidFill>
                <a:latin typeface="Calibri"/>
              </a:rPr>
              <a:t>Fourth level</a:t>
            </a:r>
            <a:endParaRPr b="0" lang="en-US" sz="1800" spc="-1" strike="noStrike">
              <a:solidFill>
                <a:schemeClr val="lt1"/>
              </a:solidFill>
              <a:latin typeface="Calibri"/>
            </a:endParaRPr>
          </a:p>
          <a:p>
            <a:pPr lvl="4" marL="2057400" indent="-228600" defTabSz="914400">
              <a:lnSpc>
                <a:spcPct val="90000"/>
              </a:lnSpc>
              <a:spcBef>
                <a:spcPts val="499"/>
              </a:spcBef>
              <a:buClr>
                <a:srgbClr val="ffffff"/>
              </a:buClr>
              <a:buFont typeface="Arial"/>
              <a:buChar char="•"/>
            </a:pPr>
            <a:r>
              <a:rPr b="0" lang="en-US" sz="1800" spc="-1" strike="noStrike">
                <a:solidFill>
                  <a:schemeClr val="lt1"/>
                </a:solidFill>
                <a:latin typeface="Calibri"/>
              </a:rPr>
              <a:t>Fifth level</a:t>
            </a:r>
            <a:endParaRPr b="0" lang="en-US" sz="1800" spc="-1" strike="noStrike">
              <a:solidFill>
                <a:schemeClr val="lt1"/>
              </a:solidFill>
              <a:latin typeface="Calibri"/>
            </a:endParaRPr>
          </a:p>
        </p:txBody>
      </p:sp>
      <p:sp>
        <p:nvSpPr>
          <p:cNvPr id="75" name="PlaceHolder 6"/>
          <p:cNvSpPr>
            <a:spLocks noGrp="1"/>
          </p:cNvSpPr>
          <p:nvPr>
            <p:ph type="dt" idx="27"/>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lt1">
                    <a:lumMod val="75000"/>
                  </a:schemeClr>
                </a:solidFill>
                <a:latin typeface="Calibri"/>
              </a:defRPr>
            </a:lvl1pPr>
          </a:lstStyle>
          <a:p>
            <a:pPr indent="0" defTabSz="914400">
              <a:lnSpc>
                <a:spcPct val="100000"/>
              </a:lnSpc>
              <a:buNone/>
            </a:pPr>
            <a:r>
              <a:rPr b="0" lang="en-US" sz="1800" spc="-1" strike="noStrike">
                <a:solidFill>
                  <a:schemeClr val="lt1">
                    <a:lumMod val="75000"/>
                  </a:schemeClr>
                </a:solidFill>
                <a:latin typeface="Calibri"/>
              </a:rPr>
              <a:t>&lt;date/time&gt;</a:t>
            </a:r>
            <a:endParaRPr b="0" lang="en-US" sz="1800" spc="-1" strike="noStrike">
              <a:solidFill>
                <a:srgbClr val="ffffff"/>
              </a:solidFill>
              <a:latin typeface="Times New Roman"/>
            </a:endParaRPr>
          </a:p>
        </p:txBody>
      </p:sp>
      <p:sp>
        <p:nvSpPr>
          <p:cNvPr id="76" name="PlaceHolder 7"/>
          <p:cNvSpPr>
            <a:spLocks noGrp="1"/>
          </p:cNvSpPr>
          <p:nvPr>
            <p:ph type="ftr" idx="28"/>
          </p:nvPr>
        </p:nvSpPr>
        <p:spPr>
          <a:xfrm>
            <a:off x="0" y="0"/>
            <a:ext cx="0" cy="0"/>
          </a:xfrm>
          <a:prstGeom prst="rect">
            <a:avLst/>
          </a:prstGeom>
          <a:noFill/>
          <a:ln w="0">
            <a:noFill/>
          </a:ln>
        </p:spPr>
        <p:txBody>
          <a:bodyPr lIns="90000" rIns="90000" tIns="-45000" bIns="-45000" anchor="t">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77" name="PlaceHolder 8"/>
          <p:cNvSpPr>
            <a:spLocks noGrp="1"/>
          </p:cNvSpPr>
          <p:nvPr>
            <p:ph type="sldNum" idx="29"/>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lt1">
                    <a:lumMod val="75000"/>
                  </a:schemeClr>
                </a:solidFill>
                <a:latin typeface="Calibri"/>
              </a:defRPr>
            </a:lvl1pPr>
          </a:lstStyle>
          <a:p>
            <a:pPr indent="0" defTabSz="914400">
              <a:lnSpc>
                <a:spcPct val="100000"/>
              </a:lnSpc>
              <a:buNone/>
            </a:pPr>
            <a:fld id="{5A083963-F1D4-47DF-A584-3D4C18B1FB9E}" type="slidenum">
              <a:rPr b="0" lang="en-US" sz="1800" spc="-1" strike="noStrike">
                <a:solidFill>
                  <a:schemeClr val="lt1">
                    <a:lumMod val="75000"/>
                  </a:schemeClr>
                </a:solidFill>
                <a:latin typeface="Calibri"/>
              </a:rPr>
              <a:t>&lt;number&gt;</a:t>
            </a:fld>
            <a:endParaRPr b="0" lang="en-US" sz="18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000000"/>
              </a:solidFill>
              <a:latin typeface="Arial"/>
            </a:endParaRPr>
          </a:p>
        </p:txBody>
      </p:sp>
      <p:sp>
        <p:nvSpPr>
          <p:cNvPr id="7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80"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lt1"/>
                </a:solidFill>
                <a:latin typeface="Calibri"/>
              </a:rPr>
              <a:t>Click to edit the outline text format</a:t>
            </a:r>
            <a:endParaRPr b="0" lang="en-US" sz="2800" spc="-1" strike="noStrike">
              <a:solidFill>
                <a:schemeClr val="lt1"/>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lt1"/>
                </a:solidFill>
                <a:latin typeface="Calibri"/>
              </a:rPr>
              <a:t>Second Outline Level</a:t>
            </a:r>
            <a:endParaRPr b="0" lang="en-US" sz="2000" spc="-1" strike="noStrike">
              <a:solidFill>
                <a:schemeClr val="lt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lt1"/>
                </a:solidFill>
                <a:latin typeface="Calibri"/>
              </a:rPr>
              <a:t>Third Outline Level</a:t>
            </a:r>
            <a:endParaRPr b="0" lang="en-US" sz="1800" spc="-1" strike="noStrike">
              <a:solidFill>
                <a:schemeClr val="lt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lt1"/>
                </a:solidFill>
                <a:latin typeface="Calibri"/>
              </a:rPr>
              <a:t>Fourth Outline Level</a:t>
            </a:r>
            <a:endParaRPr b="0" lang="en-US" sz="1800" spc="-1" strike="noStrike">
              <a:solidFill>
                <a:schemeClr val="lt1"/>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lt1"/>
                </a:solidFill>
                <a:latin typeface="Calibri"/>
              </a:rPr>
              <a:t>Fifth Outline Level</a:t>
            </a:r>
            <a:endParaRPr b="0" lang="en-US" sz="2000" spc="-1" strike="noStrike">
              <a:solidFill>
                <a:schemeClr val="lt1"/>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lt1"/>
                </a:solidFill>
                <a:latin typeface="Calibri"/>
              </a:rPr>
              <a:t>Sixth Outline Level</a:t>
            </a:r>
            <a:endParaRPr b="0" lang="en-US" sz="2000" spc="-1" strike="noStrike">
              <a:solidFill>
                <a:schemeClr val="lt1"/>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lt1"/>
                </a:solidFill>
                <a:latin typeface="Calibri"/>
              </a:rPr>
              <a:t>Seventh Outline Level</a:t>
            </a:r>
            <a:endParaRPr b="0" lang="en-US" sz="2000" spc="-1" strike="noStrike">
              <a:solidFill>
                <a:schemeClr val="lt1"/>
              </a:solidFill>
              <a:latin typeface="Calibri"/>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81"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82" name="PlaceHolder 1"/>
          <p:cNvSpPr>
            <a:spLocks noGrp="1"/>
          </p:cNvSpPr>
          <p:nvPr>
            <p:ph type="title"/>
          </p:nvPr>
        </p:nvSpPr>
        <p:spPr>
          <a:xfrm>
            <a:off x="831960" y="1709640"/>
            <a:ext cx="10515240" cy="2852280"/>
          </a:xfrm>
          <a:prstGeom prst="rect">
            <a:avLst/>
          </a:prstGeom>
          <a:noFill/>
          <a:ln w="0">
            <a:noFill/>
          </a:ln>
        </p:spPr>
        <p:txBody>
          <a:bodyPr lIns="90000" rIns="90000" tIns="45000" bIns="45000" anchor="b">
            <a:noAutofit/>
          </a:bodyPr>
          <a:p>
            <a:pPr indent="0" defTabSz="914400">
              <a:lnSpc>
                <a:spcPct val="90000"/>
              </a:lnSpc>
              <a:buNone/>
            </a:pPr>
            <a:r>
              <a:rPr b="1" lang="en-US" sz="6000" spc="-1" strike="noStrike">
                <a:solidFill>
                  <a:schemeClr val="lt1"/>
                </a:solidFill>
                <a:latin typeface="Calibri Light"/>
              </a:rPr>
              <a:t>Click to edit Master title style</a:t>
            </a:r>
            <a:endParaRPr b="0" lang="en-US" sz="6000" spc="-1" strike="noStrike">
              <a:solidFill>
                <a:schemeClr val="dk1"/>
              </a:solidFill>
              <a:latin typeface="Calibri"/>
            </a:endParaRPr>
          </a:p>
        </p:txBody>
      </p:sp>
      <p:sp>
        <p:nvSpPr>
          <p:cNvPr id="83" name="PlaceHolder 2"/>
          <p:cNvSpPr>
            <a:spLocks noGrp="1"/>
          </p:cNvSpPr>
          <p:nvPr>
            <p:ph type="body"/>
          </p:nvPr>
        </p:nvSpPr>
        <p:spPr>
          <a:xfrm>
            <a:off x="831960" y="4589640"/>
            <a:ext cx="10515240" cy="1499760"/>
          </a:xfrm>
          <a:prstGeom prst="rect">
            <a:avLst/>
          </a:prstGeom>
          <a:noFill/>
          <a:ln w="0">
            <a:noFill/>
          </a:ln>
        </p:spPr>
        <p:txBody>
          <a:bodyPr lIns="90000" rIns="90000" tIns="45000" bIns="45000" anchor="t">
            <a:noAutofit/>
          </a:bodyPr>
          <a:p>
            <a:pPr indent="0" defTabSz="914400">
              <a:lnSpc>
                <a:spcPct val="90000"/>
              </a:lnSpc>
              <a:spcBef>
                <a:spcPts val="1001"/>
              </a:spcBef>
              <a:buNone/>
              <a:tabLst>
                <a:tab algn="l" pos="0"/>
              </a:tabLst>
            </a:pPr>
            <a:r>
              <a:rPr b="0" lang="en-US" sz="2400" spc="-1" strike="noStrike">
                <a:solidFill>
                  <a:schemeClr val="dk1">
                    <a:tint val="75000"/>
                  </a:schemeClr>
                </a:solidFill>
                <a:latin typeface="Calibri"/>
              </a:rPr>
              <a:t>Edit Master text styles</a:t>
            </a:r>
            <a:endParaRPr b="0" lang="en-US" sz="2400" spc="-1" strike="noStrike">
              <a:solidFill>
                <a:schemeClr val="lt1"/>
              </a:solidFill>
              <a:latin typeface="Calibri"/>
            </a:endParaRPr>
          </a:p>
        </p:txBody>
      </p:sp>
      <p:sp>
        <p:nvSpPr>
          <p:cNvPr id="84" name="PlaceHolder 3"/>
          <p:cNvSpPr>
            <a:spLocks noGrp="1"/>
          </p:cNvSpPr>
          <p:nvPr>
            <p:ph type="dt" idx="30"/>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r>
              <a:rPr b="0" lang="en-US" sz="1800" spc="-1" strike="noStrike">
                <a:solidFill>
                  <a:schemeClr val="dk1"/>
                </a:solidFill>
                <a:latin typeface="Calibri"/>
              </a:rPr>
              <a:t>&lt;date/time&gt;</a:t>
            </a:r>
            <a:endParaRPr b="0" lang="en-US" sz="1800" spc="-1" strike="noStrike">
              <a:solidFill>
                <a:srgbClr val="ffffff"/>
              </a:solidFill>
              <a:latin typeface="Times New Roman"/>
            </a:endParaRPr>
          </a:p>
        </p:txBody>
      </p:sp>
      <p:sp>
        <p:nvSpPr>
          <p:cNvPr id="85" name="PlaceHolder 4"/>
          <p:cNvSpPr>
            <a:spLocks noGrp="1"/>
          </p:cNvSpPr>
          <p:nvPr>
            <p:ph type="ftr" idx="31"/>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86" name="PlaceHolder 5"/>
          <p:cNvSpPr>
            <a:spLocks noGrp="1"/>
          </p:cNvSpPr>
          <p:nvPr>
            <p:ph type="sldNum" idx="32"/>
          </p:nvPr>
        </p:nvSpPr>
        <p:spPr>
          <a:xfrm>
            <a:off x="86104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fld id="{45056465-3EE6-4D86-8DA8-9FD8C4FBD734}" type="slidenum">
              <a:rPr b="0" lang="en-US" sz="1800" spc="-1" strike="noStrike">
                <a:solidFill>
                  <a:schemeClr val="dk1"/>
                </a:solidFill>
                <a:latin typeface="Calibri"/>
              </a:rPr>
              <a:t>&lt;number&gt;</a:t>
            </a:fld>
            <a:endParaRPr b="0" lang="en-US" sz="18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3"/>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87"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88" name="PlaceHolder 1"/>
          <p:cNvSpPr>
            <a:spLocks noGrp="1"/>
          </p:cNvSpPr>
          <p:nvPr>
            <p:ph type="title"/>
          </p:nvPr>
        </p:nvSpPr>
        <p:spPr>
          <a:xfrm>
            <a:off x="838080" y="365040"/>
            <a:ext cx="10515240" cy="1325160"/>
          </a:xfrm>
          <a:prstGeom prst="rect">
            <a:avLst/>
          </a:prstGeom>
          <a:noFill/>
          <a:ln w="0">
            <a:noFill/>
          </a:ln>
        </p:spPr>
        <p:txBody>
          <a:bodyPr lIns="90000" rIns="90000" tIns="45000" bIns="45000" anchor="t">
            <a:noAutofit/>
          </a:bodyPr>
          <a:p>
            <a:pPr indent="0" defTabSz="914400">
              <a:lnSpc>
                <a:spcPct val="90000"/>
              </a:lnSpc>
              <a:buNone/>
            </a:pPr>
            <a:r>
              <a:rPr b="1" lang="en-US" sz="4400" spc="-1" strike="noStrike">
                <a:solidFill>
                  <a:schemeClr val="lt1"/>
                </a:solidFill>
                <a:latin typeface="Calibri Light"/>
              </a:rPr>
              <a:t>Click to edit Master title style</a:t>
            </a:r>
            <a:endParaRPr b="0" lang="en-US" sz="4400" spc="-1" strike="noStrike">
              <a:solidFill>
                <a:schemeClr val="dk1"/>
              </a:solidFill>
              <a:latin typeface="Calibri"/>
            </a:endParaRPr>
          </a:p>
        </p:txBody>
      </p:sp>
      <p:sp>
        <p:nvSpPr>
          <p:cNvPr id="89" name="PlaceHolder 2"/>
          <p:cNvSpPr>
            <a:spLocks noGrp="1"/>
          </p:cNvSpPr>
          <p:nvPr>
            <p:ph type="body"/>
          </p:nvPr>
        </p:nvSpPr>
        <p:spPr>
          <a:xfrm>
            <a:off x="838080" y="1825560"/>
            <a:ext cx="5181120" cy="4350960"/>
          </a:xfrm>
          <a:prstGeom prst="rect">
            <a:avLst/>
          </a:prstGeom>
          <a:noFill/>
          <a:ln w="0">
            <a:noFill/>
          </a:ln>
        </p:spPr>
        <p:txBody>
          <a:bodyPr lIns="90000" rIns="90000" tIns="45000" bIns="45000" anchor="t">
            <a:noAutofit/>
          </a:bodyPr>
          <a:p>
            <a:pPr marL="228600" indent="-228600" defTabSz="914400">
              <a:lnSpc>
                <a:spcPct val="90000"/>
              </a:lnSpc>
              <a:spcBef>
                <a:spcPts val="1001"/>
              </a:spcBef>
              <a:buClr>
                <a:srgbClr val="ffffff"/>
              </a:buClr>
              <a:buFont typeface="Arial"/>
              <a:buChar char="•"/>
            </a:pPr>
            <a:r>
              <a:rPr b="0" lang="en-US" sz="2800" spc="-1" strike="noStrike">
                <a:solidFill>
                  <a:schemeClr val="lt1"/>
                </a:solidFill>
                <a:latin typeface="Calibri"/>
              </a:rPr>
              <a:t>Edit Master text styles</a:t>
            </a:r>
            <a:endParaRPr b="0" lang="en-US" sz="2800" spc="-1" strike="noStrike">
              <a:solidFill>
                <a:schemeClr val="lt1"/>
              </a:solidFill>
              <a:latin typeface="Calibri"/>
            </a:endParaRPr>
          </a:p>
          <a:p>
            <a:pPr lvl="1" marL="685800" indent="-228600" defTabSz="914400">
              <a:lnSpc>
                <a:spcPct val="90000"/>
              </a:lnSpc>
              <a:spcBef>
                <a:spcPts val="499"/>
              </a:spcBef>
              <a:buClr>
                <a:srgbClr val="ffffff"/>
              </a:buClr>
              <a:buFont typeface="Arial"/>
              <a:buChar char="•"/>
            </a:pPr>
            <a:r>
              <a:rPr b="0" lang="en-US" sz="2400" spc="-1" strike="noStrike">
                <a:solidFill>
                  <a:schemeClr val="lt1"/>
                </a:solidFill>
                <a:latin typeface="Calibri"/>
              </a:rPr>
              <a:t>Second level</a:t>
            </a:r>
            <a:endParaRPr b="0" lang="en-US" sz="2400" spc="-1" strike="noStrike">
              <a:solidFill>
                <a:schemeClr val="lt1"/>
              </a:solidFill>
              <a:latin typeface="Calibri"/>
            </a:endParaRPr>
          </a:p>
          <a:p>
            <a:pPr lvl="2" marL="1143000" indent="-228600" defTabSz="914400">
              <a:lnSpc>
                <a:spcPct val="90000"/>
              </a:lnSpc>
              <a:spcBef>
                <a:spcPts val="499"/>
              </a:spcBef>
              <a:buClr>
                <a:srgbClr val="ffffff"/>
              </a:buClr>
              <a:buFont typeface="Arial"/>
              <a:buChar char="•"/>
            </a:pPr>
            <a:r>
              <a:rPr b="0" lang="en-US" sz="2000" spc="-1" strike="noStrike">
                <a:solidFill>
                  <a:schemeClr val="lt1"/>
                </a:solidFill>
                <a:latin typeface="Calibri"/>
              </a:rPr>
              <a:t>Third level</a:t>
            </a:r>
            <a:endParaRPr b="0" lang="en-US" sz="2000" spc="-1" strike="noStrike">
              <a:solidFill>
                <a:schemeClr val="lt1"/>
              </a:solidFill>
              <a:latin typeface="Calibri"/>
            </a:endParaRPr>
          </a:p>
          <a:p>
            <a:pPr lvl="3" marL="1600200" indent="-228600" defTabSz="914400">
              <a:lnSpc>
                <a:spcPct val="90000"/>
              </a:lnSpc>
              <a:spcBef>
                <a:spcPts val="499"/>
              </a:spcBef>
              <a:buClr>
                <a:srgbClr val="ffffff"/>
              </a:buClr>
              <a:buFont typeface="Arial"/>
              <a:buChar char="•"/>
            </a:pPr>
            <a:r>
              <a:rPr b="0" lang="en-US" sz="1800" spc="-1" strike="noStrike">
                <a:solidFill>
                  <a:schemeClr val="lt1"/>
                </a:solidFill>
                <a:latin typeface="Calibri"/>
              </a:rPr>
              <a:t>Fourth level</a:t>
            </a:r>
            <a:endParaRPr b="0" lang="en-US" sz="1800" spc="-1" strike="noStrike">
              <a:solidFill>
                <a:schemeClr val="lt1"/>
              </a:solidFill>
              <a:latin typeface="Calibri"/>
            </a:endParaRPr>
          </a:p>
          <a:p>
            <a:pPr lvl="4" marL="2057400" indent="-228600" defTabSz="914400">
              <a:lnSpc>
                <a:spcPct val="90000"/>
              </a:lnSpc>
              <a:spcBef>
                <a:spcPts val="499"/>
              </a:spcBef>
              <a:buClr>
                <a:srgbClr val="ffffff"/>
              </a:buClr>
              <a:buFont typeface="Arial"/>
              <a:buChar char="•"/>
            </a:pPr>
            <a:r>
              <a:rPr b="0" lang="en-US" sz="1800" spc="-1" strike="noStrike">
                <a:solidFill>
                  <a:schemeClr val="lt1"/>
                </a:solidFill>
                <a:latin typeface="Calibri"/>
              </a:rPr>
              <a:t>Fifth level</a:t>
            </a:r>
            <a:endParaRPr b="0" lang="en-US" sz="1800" spc="-1" strike="noStrike">
              <a:solidFill>
                <a:schemeClr val="lt1"/>
              </a:solidFill>
              <a:latin typeface="Calibri"/>
            </a:endParaRPr>
          </a:p>
        </p:txBody>
      </p:sp>
      <p:sp>
        <p:nvSpPr>
          <p:cNvPr id="90" name="PlaceHolder 3"/>
          <p:cNvSpPr>
            <a:spLocks noGrp="1"/>
          </p:cNvSpPr>
          <p:nvPr>
            <p:ph type="body"/>
          </p:nvPr>
        </p:nvSpPr>
        <p:spPr>
          <a:xfrm>
            <a:off x="6172200" y="1825560"/>
            <a:ext cx="5181120" cy="4350960"/>
          </a:xfrm>
          <a:prstGeom prst="rect">
            <a:avLst/>
          </a:prstGeom>
          <a:noFill/>
          <a:ln w="0">
            <a:noFill/>
          </a:ln>
        </p:spPr>
        <p:txBody>
          <a:bodyPr lIns="90000" rIns="90000" tIns="45000" bIns="45000" anchor="t">
            <a:noAutofit/>
          </a:bodyPr>
          <a:p>
            <a:pPr marL="228600" indent="-228600" defTabSz="914400">
              <a:lnSpc>
                <a:spcPct val="90000"/>
              </a:lnSpc>
              <a:spcBef>
                <a:spcPts val="1001"/>
              </a:spcBef>
              <a:buClr>
                <a:srgbClr val="ffffff"/>
              </a:buClr>
              <a:buFont typeface="Arial"/>
              <a:buChar char="•"/>
            </a:pPr>
            <a:r>
              <a:rPr b="0" lang="en-US" sz="2800" spc="-1" strike="noStrike">
                <a:solidFill>
                  <a:schemeClr val="lt1"/>
                </a:solidFill>
                <a:latin typeface="Calibri"/>
              </a:rPr>
              <a:t>Edit Master text styles</a:t>
            </a:r>
            <a:endParaRPr b="0" lang="en-US" sz="2800" spc="-1" strike="noStrike">
              <a:solidFill>
                <a:schemeClr val="lt1"/>
              </a:solidFill>
              <a:latin typeface="Calibri"/>
            </a:endParaRPr>
          </a:p>
          <a:p>
            <a:pPr lvl="1" marL="685800" indent="-228600" defTabSz="914400">
              <a:lnSpc>
                <a:spcPct val="90000"/>
              </a:lnSpc>
              <a:spcBef>
                <a:spcPts val="499"/>
              </a:spcBef>
              <a:buClr>
                <a:srgbClr val="ffffff"/>
              </a:buClr>
              <a:buFont typeface="Arial"/>
              <a:buChar char="•"/>
            </a:pPr>
            <a:r>
              <a:rPr b="0" lang="en-US" sz="2400" spc="-1" strike="noStrike">
                <a:solidFill>
                  <a:schemeClr val="lt1"/>
                </a:solidFill>
                <a:latin typeface="Calibri"/>
              </a:rPr>
              <a:t>Second level</a:t>
            </a:r>
            <a:endParaRPr b="0" lang="en-US" sz="2400" spc="-1" strike="noStrike">
              <a:solidFill>
                <a:schemeClr val="lt1"/>
              </a:solidFill>
              <a:latin typeface="Calibri"/>
            </a:endParaRPr>
          </a:p>
          <a:p>
            <a:pPr lvl="2" marL="1143000" indent="-228600" defTabSz="914400">
              <a:lnSpc>
                <a:spcPct val="90000"/>
              </a:lnSpc>
              <a:spcBef>
                <a:spcPts val="499"/>
              </a:spcBef>
              <a:buClr>
                <a:srgbClr val="ffffff"/>
              </a:buClr>
              <a:buFont typeface="Arial"/>
              <a:buChar char="•"/>
            </a:pPr>
            <a:r>
              <a:rPr b="0" lang="en-US" sz="2000" spc="-1" strike="noStrike">
                <a:solidFill>
                  <a:schemeClr val="lt1"/>
                </a:solidFill>
                <a:latin typeface="Calibri"/>
              </a:rPr>
              <a:t>Third level</a:t>
            </a:r>
            <a:endParaRPr b="0" lang="en-US" sz="2000" spc="-1" strike="noStrike">
              <a:solidFill>
                <a:schemeClr val="lt1"/>
              </a:solidFill>
              <a:latin typeface="Calibri"/>
            </a:endParaRPr>
          </a:p>
          <a:p>
            <a:pPr lvl="3" marL="1600200" indent="-228600" defTabSz="914400">
              <a:lnSpc>
                <a:spcPct val="90000"/>
              </a:lnSpc>
              <a:spcBef>
                <a:spcPts val="499"/>
              </a:spcBef>
              <a:buClr>
                <a:srgbClr val="ffffff"/>
              </a:buClr>
              <a:buFont typeface="Arial"/>
              <a:buChar char="•"/>
            </a:pPr>
            <a:r>
              <a:rPr b="0" lang="en-US" sz="1800" spc="-1" strike="noStrike">
                <a:solidFill>
                  <a:schemeClr val="lt1"/>
                </a:solidFill>
                <a:latin typeface="Calibri"/>
              </a:rPr>
              <a:t>Fourth level</a:t>
            </a:r>
            <a:endParaRPr b="0" lang="en-US" sz="1800" spc="-1" strike="noStrike">
              <a:solidFill>
                <a:schemeClr val="lt1"/>
              </a:solidFill>
              <a:latin typeface="Calibri"/>
            </a:endParaRPr>
          </a:p>
          <a:p>
            <a:pPr lvl="4" marL="2057400" indent="-228600" defTabSz="914400">
              <a:lnSpc>
                <a:spcPct val="90000"/>
              </a:lnSpc>
              <a:spcBef>
                <a:spcPts val="499"/>
              </a:spcBef>
              <a:buClr>
                <a:srgbClr val="ffffff"/>
              </a:buClr>
              <a:buFont typeface="Arial"/>
              <a:buChar char="•"/>
            </a:pPr>
            <a:r>
              <a:rPr b="0" lang="en-US" sz="1800" spc="-1" strike="noStrike">
                <a:solidFill>
                  <a:schemeClr val="lt1"/>
                </a:solidFill>
                <a:latin typeface="Calibri"/>
              </a:rPr>
              <a:t>Fifth level</a:t>
            </a:r>
            <a:endParaRPr b="0" lang="en-US" sz="1800" spc="-1" strike="noStrike">
              <a:solidFill>
                <a:schemeClr val="lt1"/>
              </a:solidFill>
              <a:latin typeface="Calibri"/>
            </a:endParaRPr>
          </a:p>
        </p:txBody>
      </p:sp>
      <p:sp>
        <p:nvSpPr>
          <p:cNvPr id="91" name="PlaceHolder 4"/>
          <p:cNvSpPr>
            <a:spLocks noGrp="1"/>
          </p:cNvSpPr>
          <p:nvPr>
            <p:ph type="dt" idx="33"/>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r>
              <a:rPr b="0" lang="en-US" sz="1800" spc="-1" strike="noStrike">
                <a:solidFill>
                  <a:schemeClr val="dk1"/>
                </a:solidFill>
                <a:latin typeface="Calibri"/>
              </a:rPr>
              <a:t>&lt;date/time&gt;</a:t>
            </a:r>
            <a:endParaRPr b="0" lang="en-US" sz="1800" spc="-1" strike="noStrike">
              <a:solidFill>
                <a:srgbClr val="ffffff"/>
              </a:solidFill>
              <a:latin typeface="Times New Roman"/>
            </a:endParaRPr>
          </a:p>
        </p:txBody>
      </p:sp>
      <p:sp>
        <p:nvSpPr>
          <p:cNvPr id="92" name="PlaceHolder 5"/>
          <p:cNvSpPr>
            <a:spLocks noGrp="1"/>
          </p:cNvSpPr>
          <p:nvPr>
            <p:ph type="ftr" idx="34"/>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93" name="PlaceHolder 6"/>
          <p:cNvSpPr>
            <a:spLocks noGrp="1"/>
          </p:cNvSpPr>
          <p:nvPr>
            <p:ph type="sldNum" idx="35"/>
          </p:nvPr>
        </p:nvSpPr>
        <p:spPr>
          <a:xfrm>
            <a:off x="86104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fld id="{4457BF14-84E1-403C-BC10-E43397B5C26E}" type="slidenum">
              <a:rPr b="0" lang="en-US" sz="1800" spc="-1" strike="noStrike">
                <a:solidFill>
                  <a:schemeClr val="dk1"/>
                </a:solidFill>
                <a:latin typeface="Calibri"/>
              </a:rPr>
              <a:t>&lt;number&gt;</a:t>
            </a:fld>
            <a:endParaRPr b="0" lang="en-US" sz="18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83" r:id="rId3"/>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97"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98" name="PlaceHolder 1"/>
          <p:cNvSpPr>
            <a:spLocks noGrp="1"/>
          </p:cNvSpPr>
          <p:nvPr>
            <p:ph type="title"/>
          </p:nvPr>
        </p:nvSpPr>
        <p:spPr>
          <a:xfrm>
            <a:off x="838080" y="365040"/>
            <a:ext cx="10515240" cy="1325160"/>
          </a:xfrm>
          <a:prstGeom prst="rect">
            <a:avLst/>
          </a:prstGeom>
          <a:noFill/>
          <a:ln w="0">
            <a:noFill/>
          </a:ln>
        </p:spPr>
        <p:txBody>
          <a:bodyPr lIns="90000" rIns="90000" tIns="45000" bIns="45000" anchor="t">
            <a:noAutofit/>
          </a:bodyPr>
          <a:p>
            <a:pPr indent="0" defTabSz="914400">
              <a:lnSpc>
                <a:spcPct val="90000"/>
              </a:lnSpc>
              <a:buNone/>
            </a:pPr>
            <a:r>
              <a:rPr b="1" lang="en-US" sz="4400" spc="-1" strike="noStrike">
                <a:solidFill>
                  <a:schemeClr val="lt1"/>
                </a:solidFill>
                <a:latin typeface="Calibri Light"/>
              </a:rPr>
              <a:t>Click to edit Master title style</a:t>
            </a:r>
            <a:endParaRPr b="0" lang="en-US" sz="4400" spc="-1" strike="noStrike">
              <a:solidFill>
                <a:schemeClr val="dk1"/>
              </a:solidFill>
              <a:latin typeface="Calibri"/>
            </a:endParaRPr>
          </a:p>
        </p:txBody>
      </p:sp>
      <p:sp>
        <p:nvSpPr>
          <p:cNvPr id="99" name="PlaceHolder 2"/>
          <p:cNvSpPr>
            <a:spLocks noGrp="1"/>
          </p:cNvSpPr>
          <p:nvPr>
            <p:ph type="dt" idx="36"/>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r>
              <a:rPr b="0" lang="en-US" sz="1800" spc="-1" strike="noStrike">
                <a:solidFill>
                  <a:schemeClr val="dk1"/>
                </a:solidFill>
                <a:latin typeface="Calibri"/>
              </a:rPr>
              <a:t>&lt;date/time&gt;</a:t>
            </a:r>
            <a:endParaRPr b="0" lang="en-US" sz="1800" spc="-1" strike="noStrike">
              <a:solidFill>
                <a:srgbClr val="ffffff"/>
              </a:solidFill>
              <a:latin typeface="Times New Roman"/>
            </a:endParaRPr>
          </a:p>
        </p:txBody>
      </p:sp>
      <p:sp>
        <p:nvSpPr>
          <p:cNvPr id="100" name="PlaceHolder 3"/>
          <p:cNvSpPr>
            <a:spLocks noGrp="1"/>
          </p:cNvSpPr>
          <p:nvPr>
            <p:ph type="ftr" idx="37"/>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01" name="PlaceHolder 4"/>
          <p:cNvSpPr>
            <a:spLocks noGrp="1"/>
          </p:cNvSpPr>
          <p:nvPr>
            <p:ph type="sldNum" idx="38"/>
          </p:nvPr>
        </p:nvSpPr>
        <p:spPr>
          <a:xfrm>
            <a:off x="86104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fld id="{F88C2812-4961-4406-888F-A28567AD99C5}" type="slidenum">
              <a:rPr b="0" lang="en-US" sz="1800" spc="-1" strike="noStrike">
                <a:solidFill>
                  <a:schemeClr val="dk1"/>
                </a:solidFill>
                <a:latin typeface="Calibri"/>
              </a:rPr>
              <a:t>&lt;number&gt;</a:t>
            </a:fld>
            <a:endParaRPr b="0" lang="en-US" sz="18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3"/>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03"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104" name="PlaceHolder 1"/>
          <p:cNvSpPr>
            <a:spLocks noGrp="1"/>
          </p:cNvSpPr>
          <p:nvPr>
            <p:ph type="dt" idx="39"/>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r>
              <a:rPr b="0" lang="en-US" sz="1800" spc="-1" strike="noStrike">
                <a:solidFill>
                  <a:schemeClr val="dk1"/>
                </a:solidFill>
                <a:latin typeface="Calibri"/>
              </a:rPr>
              <a:t>&lt;date/time&gt;</a:t>
            </a:r>
            <a:endParaRPr b="0" lang="en-US" sz="1800" spc="-1" strike="noStrike">
              <a:solidFill>
                <a:srgbClr val="ffffff"/>
              </a:solidFill>
              <a:latin typeface="Times New Roman"/>
            </a:endParaRPr>
          </a:p>
        </p:txBody>
      </p:sp>
      <p:sp>
        <p:nvSpPr>
          <p:cNvPr id="105" name="PlaceHolder 2"/>
          <p:cNvSpPr>
            <a:spLocks noGrp="1"/>
          </p:cNvSpPr>
          <p:nvPr>
            <p:ph type="ftr" idx="40"/>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06" name="PlaceHolder 3"/>
          <p:cNvSpPr>
            <a:spLocks noGrp="1"/>
          </p:cNvSpPr>
          <p:nvPr>
            <p:ph type="sldNum" idx="41"/>
          </p:nvPr>
        </p:nvSpPr>
        <p:spPr>
          <a:xfrm>
            <a:off x="86104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fld id="{25A8304E-22DC-4E6D-8A08-7F3380600E0D}" type="slidenum">
              <a:rPr b="0" lang="en-US" sz="1800" spc="-1" strike="noStrike">
                <a:solidFill>
                  <a:schemeClr val="dk1"/>
                </a:solidFill>
                <a:latin typeface="Calibri"/>
              </a:rPr>
              <a:t>&lt;number&gt;</a:t>
            </a:fld>
            <a:endParaRPr b="0" lang="en-US" sz="18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3"/>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07"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108" name="PlaceHolder 1"/>
          <p:cNvSpPr>
            <a:spLocks noGrp="1"/>
          </p:cNvSpPr>
          <p:nvPr>
            <p:ph type="title"/>
          </p:nvPr>
        </p:nvSpPr>
        <p:spPr>
          <a:xfrm>
            <a:off x="839880" y="457200"/>
            <a:ext cx="3931920" cy="1599840"/>
          </a:xfrm>
          <a:prstGeom prst="rect">
            <a:avLst/>
          </a:prstGeom>
          <a:noFill/>
          <a:ln w="0">
            <a:noFill/>
          </a:ln>
        </p:spPr>
        <p:txBody>
          <a:bodyPr lIns="90000" rIns="90000" tIns="45000" bIns="45000" anchor="b">
            <a:noAutofit/>
          </a:bodyPr>
          <a:p>
            <a:pPr indent="0" defTabSz="914400">
              <a:lnSpc>
                <a:spcPct val="90000"/>
              </a:lnSpc>
              <a:buNone/>
            </a:pPr>
            <a:r>
              <a:rPr b="1" lang="en-US" sz="3200" spc="-1" strike="noStrike">
                <a:solidFill>
                  <a:schemeClr val="lt1"/>
                </a:solidFill>
                <a:latin typeface="Calibri Light"/>
              </a:rPr>
              <a:t>Click to edit Master title style</a:t>
            </a:r>
            <a:endParaRPr b="0" lang="en-US" sz="3200" spc="-1" strike="noStrike">
              <a:solidFill>
                <a:schemeClr val="dk1"/>
              </a:solidFill>
              <a:latin typeface="Calibri"/>
            </a:endParaRPr>
          </a:p>
        </p:txBody>
      </p:sp>
      <p:sp>
        <p:nvSpPr>
          <p:cNvPr id="109"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228600" indent="-228600" defTabSz="914400">
              <a:lnSpc>
                <a:spcPct val="90000"/>
              </a:lnSpc>
              <a:spcBef>
                <a:spcPts val="1001"/>
              </a:spcBef>
              <a:buClr>
                <a:srgbClr val="ffffff"/>
              </a:buClr>
              <a:buFont typeface="Arial"/>
              <a:buChar char="•"/>
            </a:pPr>
            <a:r>
              <a:rPr b="0" lang="en-US" sz="3200" spc="-1" strike="noStrike">
                <a:solidFill>
                  <a:schemeClr val="lt1"/>
                </a:solidFill>
                <a:latin typeface="Calibri"/>
              </a:rPr>
              <a:t>Edit Master text styles</a:t>
            </a:r>
            <a:endParaRPr b="0" lang="en-US" sz="3200" spc="-1" strike="noStrike">
              <a:solidFill>
                <a:schemeClr val="lt1"/>
              </a:solidFill>
              <a:latin typeface="Calibri"/>
            </a:endParaRPr>
          </a:p>
          <a:p>
            <a:pPr lvl="1" marL="685800" indent="-228600" defTabSz="914400">
              <a:lnSpc>
                <a:spcPct val="90000"/>
              </a:lnSpc>
              <a:spcBef>
                <a:spcPts val="499"/>
              </a:spcBef>
              <a:buClr>
                <a:srgbClr val="ffffff"/>
              </a:buClr>
              <a:buFont typeface="Arial"/>
              <a:buChar char="•"/>
            </a:pPr>
            <a:r>
              <a:rPr b="0" lang="en-US" sz="2800" spc="-1" strike="noStrike">
                <a:solidFill>
                  <a:schemeClr val="lt1"/>
                </a:solidFill>
                <a:latin typeface="Calibri"/>
              </a:rPr>
              <a:t>Second level</a:t>
            </a:r>
            <a:endParaRPr b="0" lang="en-US" sz="2800" spc="-1" strike="noStrike">
              <a:solidFill>
                <a:schemeClr val="lt1"/>
              </a:solidFill>
              <a:latin typeface="Calibri"/>
            </a:endParaRPr>
          </a:p>
          <a:p>
            <a:pPr lvl="2" marL="1143000" indent="-228600" defTabSz="914400">
              <a:lnSpc>
                <a:spcPct val="90000"/>
              </a:lnSpc>
              <a:spcBef>
                <a:spcPts val="499"/>
              </a:spcBef>
              <a:buClr>
                <a:srgbClr val="ffffff"/>
              </a:buClr>
              <a:buFont typeface="Arial"/>
              <a:buChar char="•"/>
            </a:pPr>
            <a:r>
              <a:rPr b="0" lang="en-US" sz="2400" spc="-1" strike="noStrike">
                <a:solidFill>
                  <a:schemeClr val="lt1"/>
                </a:solidFill>
                <a:latin typeface="Calibri"/>
              </a:rPr>
              <a:t>Third level</a:t>
            </a:r>
            <a:endParaRPr b="0" lang="en-US" sz="2400" spc="-1" strike="noStrike">
              <a:solidFill>
                <a:schemeClr val="lt1"/>
              </a:solidFill>
              <a:latin typeface="Calibri"/>
            </a:endParaRPr>
          </a:p>
          <a:p>
            <a:pPr lvl="3" marL="1600200" indent="-228600" defTabSz="914400">
              <a:lnSpc>
                <a:spcPct val="90000"/>
              </a:lnSpc>
              <a:spcBef>
                <a:spcPts val="499"/>
              </a:spcBef>
              <a:buClr>
                <a:srgbClr val="ffffff"/>
              </a:buClr>
              <a:buFont typeface="Arial"/>
              <a:buChar char="•"/>
            </a:pPr>
            <a:r>
              <a:rPr b="0" lang="en-US" sz="2000" spc="-1" strike="noStrike">
                <a:solidFill>
                  <a:schemeClr val="lt1"/>
                </a:solidFill>
                <a:latin typeface="Calibri"/>
              </a:rPr>
              <a:t>Fourth level</a:t>
            </a:r>
            <a:endParaRPr b="0" lang="en-US" sz="2000" spc="-1" strike="noStrike">
              <a:solidFill>
                <a:schemeClr val="lt1"/>
              </a:solidFill>
              <a:latin typeface="Calibri"/>
            </a:endParaRPr>
          </a:p>
          <a:p>
            <a:pPr lvl="4" marL="2057400" indent="-228600" defTabSz="914400">
              <a:lnSpc>
                <a:spcPct val="90000"/>
              </a:lnSpc>
              <a:spcBef>
                <a:spcPts val="499"/>
              </a:spcBef>
              <a:buClr>
                <a:srgbClr val="ffffff"/>
              </a:buClr>
              <a:buFont typeface="Arial"/>
              <a:buChar char="•"/>
            </a:pPr>
            <a:r>
              <a:rPr b="0" lang="en-US" sz="2000" spc="-1" strike="noStrike">
                <a:solidFill>
                  <a:schemeClr val="lt1"/>
                </a:solidFill>
                <a:latin typeface="Calibri"/>
              </a:rPr>
              <a:t>Fifth level</a:t>
            </a:r>
            <a:endParaRPr b="0" lang="en-US" sz="2000" spc="-1" strike="noStrike">
              <a:solidFill>
                <a:schemeClr val="lt1"/>
              </a:solidFill>
              <a:latin typeface="Calibri"/>
            </a:endParaRPr>
          </a:p>
        </p:txBody>
      </p:sp>
      <p:sp>
        <p:nvSpPr>
          <p:cNvPr id="110" name="PlaceHolder 3"/>
          <p:cNvSpPr>
            <a:spLocks noGrp="1"/>
          </p:cNvSpPr>
          <p:nvPr>
            <p:ph type="body"/>
          </p:nvPr>
        </p:nvSpPr>
        <p:spPr>
          <a:xfrm>
            <a:off x="839880" y="2057400"/>
            <a:ext cx="3931920" cy="3811320"/>
          </a:xfrm>
          <a:prstGeom prst="rect">
            <a:avLst/>
          </a:prstGeom>
          <a:noFill/>
          <a:ln w="0">
            <a:noFill/>
          </a:ln>
        </p:spPr>
        <p:txBody>
          <a:bodyPr lIns="90000" rIns="90000" tIns="45000" bIns="45000" anchor="t">
            <a:noAutofit/>
          </a:bodyPr>
          <a:p>
            <a:pPr indent="0" defTabSz="914400">
              <a:lnSpc>
                <a:spcPct val="90000"/>
              </a:lnSpc>
              <a:spcBef>
                <a:spcPts val="1001"/>
              </a:spcBef>
              <a:buNone/>
              <a:tabLst>
                <a:tab algn="l" pos="0"/>
              </a:tabLst>
            </a:pPr>
            <a:r>
              <a:rPr b="0" lang="en-US" sz="1600" spc="-1" strike="noStrike">
                <a:solidFill>
                  <a:schemeClr val="lt1"/>
                </a:solidFill>
                <a:latin typeface="Calibri"/>
              </a:rPr>
              <a:t>Edit Master text styles</a:t>
            </a:r>
            <a:endParaRPr b="0" lang="en-US" sz="1600" spc="-1" strike="noStrike">
              <a:solidFill>
                <a:schemeClr val="lt1"/>
              </a:solidFill>
              <a:latin typeface="Calibri"/>
            </a:endParaRPr>
          </a:p>
        </p:txBody>
      </p:sp>
      <p:sp>
        <p:nvSpPr>
          <p:cNvPr id="111" name="PlaceHolder 4"/>
          <p:cNvSpPr>
            <a:spLocks noGrp="1"/>
          </p:cNvSpPr>
          <p:nvPr>
            <p:ph type="dt" idx="42"/>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r>
              <a:rPr b="0" lang="en-US" sz="1800" spc="-1" strike="noStrike">
                <a:solidFill>
                  <a:schemeClr val="dk1"/>
                </a:solidFill>
                <a:latin typeface="Calibri"/>
              </a:rPr>
              <a:t>&lt;date/time&gt;</a:t>
            </a:r>
            <a:endParaRPr b="0" lang="en-US" sz="1800" spc="-1" strike="noStrike">
              <a:solidFill>
                <a:srgbClr val="ffffff"/>
              </a:solidFill>
              <a:latin typeface="Times New Roman"/>
            </a:endParaRPr>
          </a:p>
        </p:txBody>
      </p:sp>
      <p:sp>
        <p:nvSpPr>
          <p:cNvPr id="112" name="PlaceHolder 5"/>
          <p:cNvSpPr>
            <a:spLocks noGrp="1"/>
          </p:cNvSpPr>
          <p:nvPr>
            <p:ph type="ftr" idx="43"/>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13" name="PlaceHolder 6"/>
          <p:cNvSpPr>
            <a:spLocks noGrp="1"/>
          </p:cNvSpPr>
          <p:nvPr>
            <p:ph type="sldNum" idx="44"/>
          </p:nvPr>
        </p:nvSpPr>
        <p:spPr>
          <a:xfrm>
            <a:off x="86104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fld id="{20DF2568-A9BD-4DD1-8E66-3579E471025F}" type="slidenum">
              <a:rPr b="0" lang="en-US" sz="1800" spc="-1" strike="noStrike">
                <a:solidFill>
                  <a:schemeClr val="dk1"/>
                </a:solidFill>
                <a:latin typeface="Calibri"/>
              </a:rPr>
              <a:t>&lt;number&gt;</a:t>
            </a:fld>
            <a:endParaRPr b="0" lang="en-US" sz="18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89" r:id="rId3"/>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14"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115" name="PlaceHolder 1"/>
          <p:cNvSpPr>
            <a:spLocks noGrp="1"/>
          </p:cNvSpPr>
          <p:nvPr>
            <p:ph type="title"/>
          </p:nvPr>
        </p:nvSpPr>
        <p:spPr>
          <a:xfrm>
            <a:off x="839880" y="457200"/>
            <a:ext cx="3931920" cy="1599840"/>
          </a:xfrm>
          <a:prstGeom prst="rect">
            <a:avLst/>
          </a:prstGeom>
          <a:noFill/>
          <a:ln w="0">
            <a:noFill/>
          </a:ln>
        </p:spPr>
        <p:txBody>
          <a:bodyPr lIns="90000" rIns="90000" tIns="45000" bIns="45000" anchor="b">
            <a:noAutofit/>
          </a:bodyPr>
          <a:p>
            <a:pPr indent="0" defTabSz="914400">
              <a:lnSpc>
                <a:spcPct val="90000"/>
              </a:lnSpc>
              <a:buNone/>
            </a:pPr>
            <a:r>
              <a:rPr b="1" lang="en-US" sz="3200" spc="-1" strike="noStrike">
                <a:solidFill>
                  <a:schemeClr val="lt1"/>
                </a:solidFill>
                <a:latin typeface="Calibri Light"/>
              </a:rPr>
              <a:t>Click to edit Master title style</a:t>
            </a:r>
            <a:endParaRPr b="0" lang="en-US" sz="3200" spc="-1" strike="noStrike">
              <a:solidFill>
                <a:schemeClr val="dk1"/>
              </a:solidFill>
              <a:latin typeface="Calibri"/>
            </a:endParaRPr>
          </a:p>
        </p:txBody>
      </p:sp>
      <p:sp>
        <p:nvSpPr>
          <p:cNvPr id="116"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indent="0" defTabSz="914400">
              <a:lnSpc>
                <a:spcPct val="100000"/>
              </a:lnSpc>
              <a:buNone/>
              <a:tabLst>
                <a:tab algn="l" pos="0"/>
              </a:tabLst>
            </a:pPr>
            <a:r>
              <a:rPr b="0" lang="en-US" sz="3200" spc="-1" strike="noStrike">
                <a:solidFill>
                  <a:schemeClr val="dk1"/>
                </a:solidFill>
                <a:latin typeface="Calibri"/>
              </a:rPr>
              <a:t>Click icon to add picture</a:t>
            </a:r>
            <a:endParaRPr b="0" lang="en-US" sz="3200" spc="-1" strike="noStrike">
              <a:solidFill>
                <a:schemeClr val="lt1"/>
              </a:solidFill>
              <a:latin typeface="Calibri"/>
            </a:endParaRPr>
          </a:p>
        </p:txBody>
      </p:sp>
      <p:sp>
        <p:nvSpPr>
          <p:cNvPr id="117" name="PlaceHolder 3"/>
          <p:cNvSpPr>
            <a:spLocks noGrp="1"/>
          </p:cNvSpPr>
          <p:nvPr>
            <p:ph type="body"/>
          </p:nvPr>
        </p:nvSpPr>
        <p:spPr>
          <a:xfrm>
            <a:off x="839880" y="2057400"/>
            <a:ext cx="3931920" cy="3811320"/>
          </a:xfrm>
          <a:prstGeom prst="rect">
            <a:avLst/>
          </a:prstGeom>
          <a:noFill/>
          <a:ln w="0">
            <a:noFill/>
          </a:ln>
        </p:spPr>
        <p:txBody>
          <a:bodyPr lIns="90000" rIns="90000" tIns="45000" bIns="45000" anchor="t">
            <a:noAutofit/>
          </a:bodyPr>
          <a:p>
            <a:pPr indent="0" defTabSz="914400">
              <a:lnSpc>
                <a:spcPct val="90000"/>
              </a:lnSpc>
              <a:spcBef>
                <a:spcPts val="1001"/>
              </a:spcBef>
              <a:buNone/>
              <a:tabLst>
                <a:tab algn="l" pos="0"/>
              </a:tabLst>
            </a:pPr>
            <a:r>
              <a:rPr b="0" lang="en-US" sz="1600" spc="-1" strike="noStrike">
                <a:solidFill>
                  <a:schemeClr val="lt1"/>
                </a:solidFill>
                <a:latin typeface="Calibri"/>
              </a:rPr>
              <a:t>Edit Master text styles</a:t>
            </a:r>
            <a:endParaRPr b="0" lang="en-US" sz="1600" spc="-1" strike="noStrike">
              <a:solidFill>
                <a:schemeClr val="lt1"/>
              </a:solidFill>
              <a:latin typeface="Calibri"/>
            </a:endParaRPr>
          </a:p>
        </p:txBody>
      </p:sp>
      <p:sp>
        <p:nvSpPr>
          <p:cNvPr id="118" name="PlaceHolder 4"/>
          <p:cNvSpPr>
            <a:spLocks noGrp="1"/>
          </p:cNvSpPr>
          <p:nvPr>
            <p:ph type="dt" idx="45"/>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r>
              <a:rPr b="0" lang="en-US" sz="1800" spc="-1" strike="noStrike">
                <a:solidFill>
                  <a:schemeClr val="dk1"/>
                </a:solidFill>
                <a:latin typeface="Calibri"/>
              </a:rPr>
              <a:t>&lt;date/time&gt;</a:t>
            </a:r>
            <a:endParaRPr b="0" lang="en-US" sz="1800" spc="-1" strike="noStrike">
              <a:solidFill>
                <a:srgbClr val="ffffff"/>
              </a:solidFill>
              <a:latin typeface="Times New Roman"/>
            </a:endParaRPr>
          </a:p>
        </p:txBody>
      </p:sp>
      <p:sp>
        <p:nvSpPr>
          <p:cNvPr id="119" name="PlaceHolder 5"/>
          <p:cNvSpPr>
            <a:spLocks noGrp="1"/>
          </p:cNvSpPr>
          <p:nvPr>
            <p:ph type="ftr" idx="46"/>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20" name="PlaceHolder 6"/>
          <p:cNvSpPr>
            <a:spLocks noGrp="1"/>
          </p:cNvSpPr>
          <p:nvPr>
            <p:ph type="sldNum" idx="47"/>
          </p:nvPr>
        </p:nvSpPr>
        <p:spPr>
          <a:xfrm>
            <a:off x="86104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fld id="{0D3765A7-2280-4AF8-BF4D-94B89AE32A01}" type="slidenum">
              <a:rPr b="0" lang="en-US" sz="1800" spc="-1" strike="noStrike">
                <a:solidFill>
                  <a:schemeClr val="dk1"/>
                </a:solidFill>
                <a:latin typeface="Calibri"/>
              </a:rPr>
              <a:t>&lt;number&gt;</a:t>
            </a:fld>
            <a:endParaRPr b="0" lang="en-US" sz="18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91" r:id="rId3"/>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21" name="TextBox 2"/>
          <p:cNvSpPr/>
          <p:nvPr/>
        </p:nvSpPr>
        <p:spPr>
          <a:xfrm>
            <a:off x="5672160" y="63360"/>
            <a:ext cx="872640" cy="30492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ff0000">
                    <a:alpha val="50000"/>
                  </a:srgbClr>
                </a:solidFill>
                <a:latin typeface="Aptos"/>
              </a:rPr>
              <a:t>CONFIDENTIAL</a:t>
            </a:r>
            <a:endParaRPr b="0" lang="en-US" sz="1000" spc="-1" strike="noStrike">
              <a:solidFill>
                <a:srgbClr val="ffffff"/>
              </a:solidFill>
              <a:latin typeface="Arial"/>
            </a:endParaRPr>
          </a:p>
        </p:txBody>
      </p:sp>
      <p:sp>
        <p:nvSpPr>
          <p:cNvPr id="122" name="PlaceHolder 1"/>
          <p:cNvSpPr>
            <a:spLocks noGrp="1"/>
          </p:cNvSpPr>
          <p:nvPr>
            <p:ph type="title"/>
          </p:nvPr>
        </p:nvSpPr>
        <p:spPr>
          <a:xfrm>
            <a:off x="838080" y="365040"/>
            <a:ext cx="10515240" cy="1325160"/>
          </a:xfrm>
          <a:prstGeom prst="rect">
            <a:avLst/>
          </a:prstGeom>
          <a:noFill/>
          <a:ln w="0">
            <a:noFill/>
          </a:ln>
        </p:spPr>
        <p:txBody>
          <a:bodyPr lIns="90000" rIns="90000" tIns="45000" bIns="45000" anchor="t">
            <a:noAutofit/>
          </a:bodyPr>
          <a:p>
            <a:pPr indent="0" defTabSz="914400">
              <a:lnSpc>
                <a:spcPct val="90000"/>
              </a:lnSpc>
              <a:buNone/>
            </a:pPr>
            <a:r>
              <a:rPr b="1" lang="en-US" sz="4400" spc="-1" strike="noStrike">
                <a:solidFill>
                  <a:schemeClr val="lt1"/>
                </a:solidFill>
                <a:latin typeface="Calibri Light"/>
              </a:rPr>
              <a:t>Click to edit Master title style</a:t>
            </a:r>
            <a:endParaRPr b="0" lang="en-US" sz="4400" spc="-1" strike="noStrike">
              <a:solidFill>
                <a:schemeClr val="dk1"/>
              </a:solidFill>
              <a:latin typeface="Calibri"/>
            </a:endParaRPr>
          </a:p>
        </p:txBody>
      </p:sp>
      <p:sp>
        <p:nvSpPr>
          <p:cNvPr id="123" name="PlaceHolder 2"/>
          <p:cNvSpPr>
            <a:spLocks noGrp="1"/>
          </p:cNvSpPr>
          <p:nvPr>
            <p:ph type="body"/>
          </p:nvPr>
        </p:nvSpPr>
        <p:spPr>
          <a:xfrm>
            <a:off x="838080" y="1825560"/>
            <a:ext cx="10515240" cy="4350960"/>
          </a:xfrm>
          <a:prstGeom prst="rect">
            <a:avLst/>
          </a:prstGeom>
          <a:noFill/>
          <a:ln w="0">
            <a:noFill/>
          </a:ln>
        </p:spPr>
        <p:txBody>
          <a:bodyPr lIns="45000" rIns="45000" tIns="90000" bIns="90000" anchor="t" vert="eaVert">
            <a:noAutofit/>
          </a:bodyPr>
          <a:p>
            <a:pPr marL="228600" indent="-228600" defTabSz="914400">
              <a:lnSpc>
                <a:spcPct val="90000"/>
              </a:lnSpc>
              <a:spcBef>
                <a:spcPts val="1001"/>
              </a:spcBef>
              <a:buClr>
                <a:srgbClr val="ffffff"/>
              </a:buClr>
              <a:buFont typeface="Arial"/>
              <a:buChar char="•"/>
            </a:pPr>
            <a:r>
              <a:rPr b="0" lang="en-US" sz="2800" spc="-1" strike="noStrike">
                <a:solidFill>
                  <a:schemeClr val="lt1"/>
                </a:solidFill>
                <a:latin typeface="Calibri"/>
              </a:rPr>
              <a:t>Edit Master text styles</a:t>
            </a:r>
            <a:endParaRPr b="0" lang="en-US" sz="2800" spc="-1" strike="noStrike">
              <a:solidFill>
                <a:schemeClr val="lt1"/>
              </a:solidFill>
              <a:latin typeface="Calibri"/>
            </a:endParaRPr>
          </a:p>
          <a:p>
            <a:pPr lvl="1" marL="685800" indent="-228600" defTabSz="914400">
              <a:lnSpc>
                <a:spcPct val="90000"/>
              </a:lnSpc>
              <a:spcBef>
                <a:spcPts val="499"/>
              </a:spcBef>
              <a:buClr>
                <a:srgbClr val="ffffff"/>
              </a:buClr>
              <a:buFont typeface="Arial"/>
              <a:buChar char="•"/>
            </a:pPr>
            <a:r>
              <a:rPr b="0" lang="en-US" sz="2400" spc="-1" strike="noStrike">
                <a:solidFill>
                  <a:schemeClr val="lt1"/>
                </a:solidFill>
                <a:latin typeface="Calibri"/>
              </a:rPr>
              <a:t>Second level</a:t>
            </a:r>
            <a:endParaRPr b="0" lang="en-US" sz="2400" spc="-1" strike="noStrike">
              <a:solidFill>
                <a:schemeClr val="lt1"/>
              </a:solidFill>
              <a:latin typeface="Calibri"/>
            </a:endParaRPr>
          </a:p>
          <a:p>
            <a:pPr lvl="2" marL="1143000" indent="-228600" defTabSz="914400">
              <a:lnSpc>
                <a:spcPct val="90000"/>
              </a:lnSpc>
              <a:spcBef>
                <a:spcPts val="499"/>
              </a:spcBef>
              <a:buClr>
                <a:srgbClr val="ffffff"/>
              </a:buClr>
              <a:buFont typeface="Arial"/>
              <a:buChar char="•"/>
            </a:pPr>
            <a:r>
              <a:rPr b="0" lang="en-US" sz="2000" spc="-1" strike="noStrike">
                <a:solidFill>
                  <a:schemeClr val="lt1"/>
                </a:solidFill>
                <a:latin typeface="Calibri"/>
              </a:rPr>
              <a:t>Third level</a:t>
            </a:r>
            <a:endParaRPr b="0" lang="en-US" sz="2000" spc="-1" strike="noStrike">
              <a:solidFill>
                <a:schemeClr val="lt1"/>
              </a:solidFill>
              <a:latin typeface="Calibri"/>
            </a:endParaRPr>
          </a:p>
          <a:p>
            <a:pPr lvl="3" marL="1600200" indent="-228600" defTabSz="914400">
              <a:lnSpc>
                <a:spcPct val="90000"/>
              </a:lnSpc>
              <a:spcBef>
                <a:spcPts val="499"/>
              </a:spcBef>
              <a:buClr>
                <a:srgbClr val="ffffff"/>
              </a:buClr>
              <a:buFont typeface="Arial"/>
              <a:buChar char="•"/>
            </a:pPr>
            <a:r>
              <a:rPr b="0" lang="en-US" sz="1800" spc="-1" strike="noStrike">
                <a:solidFill>
                  <a:schemeClr val="lt1"/>
                </a:solidFill>
                <a:latin typeface="Calibri"/>
              </a:rPr>
              <a:t>Fourth level</a:t>
            </a:r>
            <a:endParaRPr b="0" lang="en-US" sz="1800" spc="-1" strike="noStrike">
              <a:solidFill>
                <a:schemeClr val="lt1"/>
              </a:solidFill>
              <a:latin typeface="Calibri"/>
            </a:endParaRPr>
          </a:p>
          <a:p>
            <a:pPr lvl="4" marL="2057400" indent="-228600" defTabSz="914400">
              <a:lnSpc>
                <a:spcPct val="90000"/>
              </a:lnSpc>
              <a:spcBef>
                <a:spcPts val="499"/>
              </a:spcBef>
              <a:buClr>
                <a:srgbClr val="ffffff"/>
              </a:buClr>
              <a:buFont typeface="Arial"/>
              <a:buChar char="•"/>
            </a:pPr>
            <a:r>
              <a:rPr b="0" lang="en-US" sz="1800" spc="-1" strike="noStrike">
                <a:solidFill>
                  <a:schemeClr val="lt1"/>
                </a:solidFill>
                <a:latin typeface="Calibri"/>
              </a:rPr>
              <a:t>Fifth level</a:t>
            </a:r>
            <a:endParaRPr b="0" lang="en-US" sz="1800" spc="-1" strike="noStrike">
              <a:solidFill>
                <a:schemeClr val="lt1"/>
              </a:solidFill>
              <a:latin typeface="Calibri"/>
            </a:endParaRPr>
          </a:p>
        </p:txBody>
      </p:sp>
      <p:sp>
        <p:nvSpPr>
          <p:cNvPr id="124" name="PlaceHolder 3"/>
          <p:cNvSpPr>
            <a:spLocks noGrp="1"/>
          </p:cNvSpPr>
          <p:nvPr>
            <p:ph type="dt" idx="48"/>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r>
              <a:rPr b="0" lang="en-US" sz="1800" spc="-1" strike="noStrike">
                <a:solidFill>
                  <a:schemeClr val="dk1"/>
                </a:solidFill>
                <a:latin typeface="Calibri"/>
              </a:rPr>
              <a:t>&lt;date/time&gt;</a:t>
            </a:r>
            <a:endParaRPr b="0" lang="en-US" sz="1800" spc="-1" strike="noStrike">
              <a:solidFill>
                <a:srgbClr val="ffffff"/>
              </a:solidFill>
              <a:latin typeface="Times New Roman"/>
            </a:endParaRPr>
          </a:p>
        </p:txBody>
      </p:sp>
      <p:sp>
        <p:nvSpPr>
          <p:cNvPr id="125" name="PlaceHolder 4"/>
          <p:cNvSpPr>
            <a:spLocks noGrp="1"/>
          </p:cNvSpPr>
          <p:nvPr>
            <p:ph type="ftr" idx="49"/>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26" name="PlaceHolder 5"/>
          <p:cNvSpPr>
            <a:spLocks noGrp="1"/>
          </p:cNvSpPr>
          <p:nvPr>
            <p:ph type="sldNum" idx="50"/>
          </p:nvPr>
        </p:nvSpPr>
        <p:spPr>
          <a:xfrm>
            <a:off x="86104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Calibri"/>
              </a:defRPr>
            </a:lvl1pPr>
          </a:lstStyle>
          <a:p>
            <a:pPr indent="0" defTabSz="914400">
              <a:lnSpc>
                <a:spcPct val="100000"/>
              </a:lnSpc>
              <a:buNone/>
            </a:pPr>
            <a:fld id="{10FF5315-180B-47FC-8B90-0FEDFC97CACC}" type="slidenum">
              <a:rPr b="0" lang="en-US" sz="1800" spc="-1" strike="noStrike">
                <a:solidFill>
                  <a:schemeClr val="dk1"/>
                </a:solidFill>
                <a:latin typeface="Calibri"/>
              </a:rPr>
              <a:t>&lt;number&gt;</a:t>
            </a:fld>
            <a:endParaRPr b="0" lang="en-US" sz="18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93" r:id="rId3"/>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16.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5.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subTitle"/>
          </p:nvPr>
        </p:nvSpPr>
        <p:spPr>
          <a:xfrm>
            <a:off x="1685880" y="4307040"/>
            <a:ext cx="9143640" cy="788760"/>
          </a:xfrm>
          <a:prstGeom prst="rect">
            <a:avLst/>
          </a:prstGeom>
          <a:noFill/>
          <a:ln w="0">
            <a:noFill/>
          </a:ln>
        </p:spPr>
        <p:txBody>
          <a:bodyPr lIns="90000" rIns="90000" tIns="45000" bIns="45000" anchor="t">
            <a:noAutofit/>
          </a:bodyPr>
          <a:p>
            <a:pPr algn="ctr"/>
            <a:endParaRPr b="0" lang="en-US" sz="2400" spc="-1" strike="noStrike">
              <a:solidFill>
                <a:schemeClr val="lt1"/>
              </a:solidFill>
              <a:latin typeface="Arial"/>
            </a:endParaRPr>
          </a:p>
        </p:txBody>
      </p:sp>
      <p:sp>
        <p:nvSpPr>
          <p:cNvPr id="134" name="Cover topic"/>
          <p:cNvSpPr/>
          <p:nvPr/>
        </p:nvSpPr>
        <p:spPr>
          <a:xfrm>
            <a:off x="6035040" y="4069080"/>
            <a:ext cx="5943240" cy="31356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1" lang="en-US" sz="1700" spc="-1" strike="noStrike">
                <a:solidFill>
                  <a:srgbClr val="ffffff"/>
                </a:solidFill>
                <a:latin typeface="Arial"/>
              </a:rPr>
              <a:t>A2 · Ghi lại &amp; mô hình hóa bí quyết chuyên gia</a:t>
            </a:r>
            <a:endParaRPr b="0" lang="en-US" sz="1700" spc="-1" strike="noStrike">
              <a:solidFill>
                <a:srgbClr val="ffffff"/>
              </a:solidFill>
              <a:latin typeface="Arial"/>
            </a:endParaRPr>
          </a:p>
        </p:txBody>
      </p:sp>
      <p:sp>
        <p:nvSpPr>
          <p:cNvPr id="135" name="Cover solution"/>
          <p:cNvSpPr/>
          <p:nvPr/>
        </p:nvSpPr>
        <p:spPr>
          <a:xfrm>
            <a:off x="6035040" y="4617720"/>
            <a:ext cx="5943240" cy="28296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500" spc="-1" strike="noStrike">
                <a:solidFill>
                  <a:srgbClr val="ffffff"/>
                </a:solidFill>
                <a:latin typeface="Arial"/>
              </a:rPr>
              <a:t>Giải pháp: KnowHow Capture</a:t>
            </a:r>
            <a:endParaRPr b="0" lang="en-US" sz="1500" spc="-1" strike="noStrike">
              <a:solidFill>
                <a:srgbClr val="ffffff"/>
              </a:solidFill>
              <a:latin typeface="Arial"/>
            </a:endParaRPr>
          </a:p>
        </p:txBody>
      </p:sp>
      <p:sp>
        <p:nvSpPr>
          <p:cNvPr id="136" name="Cover team"/>
          <p:cNvSpPr/>
          <p:nvPr/>
        </p:nvSpPr>
        <p:spPr>
          <a:xfrm>
            <a:off x="6035040" y="5029200"/>
            <a:ext cx="5943240" cy="45108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300" spc="-1" strike="noStrike">
                <a:solidFill>
                  <a:srgbClr val="ffffff"/>
                </a:solidFill>
                <a:latin typeface="Arial"/>
              </a:rPr>
              <a:t>Đội: Matrix</a:t>
            </a:r>
            <a:endParaRPr b="0" lang="en-US" sz="1300" spc="-1" strike="noStrike">
              <a:solidFill>
                <a:srgbClr val="ffffff"/>
              </a:solidFill>
              <a:latin typeface="Arial"/>
            </a:endParaRPr>
          </a:p>
          <a:p>
            <a:pPr defTabSz="914400">
              <a:lnSpc>
                <a:spcPct val="100000"/>
              </a:lnSpc>
            </a:pPr>
            <a:r>
              <a:rPr b="0" lang="en-US" sz="1300" spc="-1" strike="noStrike">
                <a:solidFill>
                  <a:srgbClr val="ffffff"/>
                </a:solidFill>
                <a:latin typeface="Arial"/>
              </a:rPr>
              <a:t>Track: AI – Dự báo &amp; Tri thức</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7" name="Picture 6" descr=""/>
          <p:cNvPicPr/>
          <p:nvPr/>
        </p:nvPicPr>
        <p:blipFill>
          <a:blip r:embed="rId1"/>
          <a:srcRect l="0" t="32802" r="0" b="51582"/>
          <a:stretch/>
        </p:blipFill>
        <p:spPr>
          <a:xfrm>
            <a:off x="0" y="5987160"/>
            <a:ext cx="12191760" cy="870480"/>
          </a:xfrm>
          <a:prstGeom prst="rect">
            <a:avLst/>
          </a:prstGeom>
          <a:ln w="0">
            <a:noFill/>
          </a:ln>
        </p:spPr>
      </p:pic>
      <p:pic>
        <p:nvPicPr>
          <p:cNvPr id="138" name="Image 0" descr="/mnt/data/ff1500126d.png"/>
          <p:cNvPicPr/>
          <p:nvPr/>
        </p:nvPicPr>
        <p:blipFill>
          <a:blip r:embed="rId2"/>
          <a:stretch/>
        </p:blipFill>
        <p:spPr>
          <a:xfrm>
            <a:off x="0" y="0"/>
            <a:ext cx="12191400" cy="868320"/>
          </a:xfrm>
          <a:prstGeom prst="rect">
            <a:avLst/>
          </a:prstGeom>
          <a:ln w="0">
            <a:noFill/>
          </a:ln>
        </p:spPr>
      </p:pic>
      <p:pic>
        <p:nvPicPr>
          <p:cNvPr id="139" name="Image 1" descr="/mnt/data/denso_fpt_logo_transparent.png"/>
          <p:cNvPicPr/>
          <p:nvPr/>
        </p:nvPicPr>
        <p:blipFill>
          <a:blip r:embed="rId3"/>
          <a:stretch/>
        </p:blipFill>
        <p:spPr>
          <a:xfrm>
            <a:off x="292680" y="210240"/>
            <a:ext cx="2422800" cy="603000"/>
          </a:xfrm>
          <a:prstGeom prst="rect">
            <a:avLst/>
          </a:prstGeom>
          <a:ln w="0">
            <a:noFill/>
          </a:ln>
        </p:spPr>
      </p:pic>
      <p:sp>
        <p:nvSpPr>
          <p:cNvPr id="140" name="Text 0"/>
          <p:cNvSpPr/>
          <p:nvPr/>
        </p:nvSpPr>
        <p:spPr>
          <a:xfrm>
            <a:off x="2971800" y="228600"/>
            <a:ext cx="630900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800" spc="-1" strike="noStrike">
                <a:solidFill>
                  <a:srgbClr val="ffffff"/>
                </a:solidFill>
                <a:latin typeface="Arial"/>
                <a:ea typeface="Arial"/>
              </a:rPr>
              <a:t>CHECKLIST TỰ ĐÁNH GIÁ TRƯỚC KHI NỘP</a:t>
            </a:r>
            <a:endParaRPr b="0" lang="en-US" sz="1800" spc="-1" strike="noStrike">
              <a:solidFill>
                <a:srgbClr val="000000"/>
              </a:solidFill>
              <a:latin typeface="Arial"/>
            </a:endParaRPr>
          </a:p>
        </p:txBody>
      </p:sp>
      <p:sp>
        <p:nvSpPr>
          <p:cNvPr id="141" name="Shape 27"/>
          <p:cNvSpPr/>
          <p:nvPr/>
        </p:nvSpPr>
        <p:spPr>
          <a:xfrm>
            <a:off x="270720" y="5869080"/>
            <a:ext cx="10423800" cy="731160"/>
          </a:xfrm>
          <a:prstGeom prst="roundRect">
            <a:avLst>
              <a:gd name="adj" fmla="val 10000"/>
            </a:avLst>
          </a:prstGeom>
          <a:noFill/>
          <a:ln w="1016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42" name="Text 29"/>
          <p:cNvSpPr/>
          <p:nvPr/>
        </p:nvSpPr>
        <p:spPr>
          <a:xfrm>
            <a:off x="499320" y="6024600"/>
            <a:ext cx="1001232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chemeClr val="lt1"/>
                </a:solidFill>
                <a:latin typeface="Arial"/>
                <a:ea typeface="Arial"/>
              </a:rPr>
              <a:t>Final pitch message</a:t>
            </a:r>
            <a:endParaRPr b="0" lang="en-US" sz="1100" spc="-1" strike="noStrike">
              <a:solidFill>
                <a:srgbClr val="000000"/>
              </a:solidFill>
              <a:latin typeface="Arial"/>
            </a:endParaRPr>
          </a:p>
        </p:txBody>
      </p:sp>
      <p:sp>
        <p:nvSpPr>
          <p:cNvPr id="143" name="Text 30"/>
          <p:cNvSpPr/>
          <p:nvPr/>
        </p:nvSpPr>
        <p:spPr>
          <a:xfrm>
            <a:off x="499320" y="6199560"/>
            <a:ext cx="10012320" cy="182520"/>
          </a:xfrm>
          <a:prstGeom prst="rect">
            <a:avLst/>
          </a:prstGeom>
          <a:noFill/>
          <a:ln w="0">
            <a:noFill/>
          </a:ln>
        </p:spPr>
        <p:style>
          <a:lnRef idx="0"/>
          <a:fillRef idx="0"/>
          <a:effectRef idx="0"/>
          <a:fontRef idx="minor"/>
        </p:style>
        <p:txBody>
          <a:bodyPr lIns="360" rIns="360" tIns="360" bIns="360" anchor="ctr">
            <a:noAutofit/>
          </a:bodyPr>
          <a:p>
            <a:pPr defTabSz="914400">
              <a:lnSpc>
                <a:spcPct val="100000"/>
              </a:lnSpc>
              <a:tabLst>
                <a:tab algn="l" pos="0"/>
              </a:tabLst>
            </a:pPr>
            <a:r>
              <a:rPr b="0" lang="en-US" sz="900" spc="-1" strike="noStrike">
                <a:solidFill>
                  <a:schemeClr val="lt1"/>
                </a:solidFill>
                <a:latin typeface="Arial"/>
                <a:ea typeface="Arial"/>
              </a:rPr>
              <a:t>Nếu được chọn, KnowHow Capture biến ghi chú chuyên gia thành tri thức tra cứu được: prototype đã chạy end-to-end, đúng 34/38 câu held-out và từ chối đúng 8/8 câu ngoài phạm vi.</a:t>
            </a:r>
            <a:endParaRPr b="0" lang="en-US" sz="900" spc="-1" strike="noStrike">
              <a:solidFill>
                <a:srgbClr val="000000"/>
              </a:solidFill>
              <a:latin typeface="Arial"/>
            </a:endParaRPr>
          </a:p>
        </p:txBody>
      </p:sp>
      <p:sp>
        <p:nvSpPr>
          <p:cNvPr id="144" name="Shape 31"/>
          <p:cNvSpPr/>
          <p:nvPr/>
        </p:nvSpPr>
        <p:spPr>
          <a:xfrm>
            <a:off x="411480" y="6455520"/>
            <a:ext cx="11384280" cy="360"/>
          </a:xfrm>
          <a:prstGeom prst="line">
            <a:avLst/>
          </a:prstGeom>
          <a:ln w="8890">
            <a:solidFill>
              <a:srgbClr val="d9e2ec"/>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ndParaRPr>
          </a:p>
        </p:txBody>
      </p:sp>
      <p:sp>
        <p:nvSpPr>
          <p:cNvPr id="145" name="Text 32"/>
          <p:cNvSpPr/>
          <p:nvPr/>
        </p:nvSpPr>
        <p:spPr>
          <a:xfrm>
            <a:off x="457200" y="6556320"/>
            <a:ext cx="77720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20" spc="-1" strike="noStrike">
                <a:solidFill>
                  <a:srgbClr val="7a869a"/>
                </a:solidFill>
                <a:latin typeface="Arial"/>
                <a:ea typeface="Arial"/>
              </a:rPr>
              <a:t>DENSO Factory Hacks 2026  |  Submission Template</a:t>
            </a:r>
            <a:endParaRPr b="0" lang="en-US" sz="720" spc="-1" strike="noStrike">
              <a:solidFill>
                <a:srgbClr val="000000"/>
              </a:solidFill>
              <a:latin typeface="Arial"/>
            </a:endParaRPr>
          </a:p>
        </p:txBody>
      </p:sp>
      <p:graphicFrame>
        <p:nvGraphicFramePr>
          <p:cNvPr id="146" name="Table 40"/>
          <p:cNvGraphicFramePr/>
          <p:nvPr/>
        </p:nvGraphicFramePr>
        <p:xfrm>
          <a:off x="533880" y="2444760"/>
          <a:ext cx="10992240" cy="2944800"/>
        </p:xfrm>
        <a:graphic>
          <a:graphicData uri="http://schemas.openxmlformats.org/drawingml/2006/table">
            <a:tbl>
              <a:tblPr/>
              <a:tblGrid>
                <a:gridCol w="5238720"/>
                <a:gridCol w="5753160"/>
              </a:tblGrid>
              <a:tr h="275760">
                <a:tc>
                  <a:txBody>
                    <a:bodyPr anchor="ctr">
                      <a:noAutofit/>
                    </a:bodyPr>
                    <a:p>
                      <a:pPr algn="ctr" defTabSz="914400">
                        <a:lnSpc>
                          <a:spcPct val="100000"/>
                        </a:lnSpc>
                        <a:tabLst>
                          <a:tab algn="l" pos="0"/>
                        </a:tabLst>
                      </a:pPr>
                      <a:r>
                        <a:rPr b="1" lang="en-US" sz="1100" spc="-1" strike="noStrike">
                          <a:solidFill>
                            <a:schemeClr val="lt1"/>
                          </a:solidFill>
                          <a:latin typeface="Segoe UI"/>
                        </a:rPr>
                        <a:t>CÂU HỎI</a:t>
                      </a:r>
                      <a:endParaRPr b="0" lang="en-US" sz="11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000000"/>
                      </a:solidFill>
                      <a:prstDash val="solid"/>
                    </a:lnB>
                    <a:solidFill>
                      <a:schemeClr val="accent5">
                        <a:lumMod val="50000"/>
                      </a:schemeClr>
                    </a:solidFill>
                  </a:tcPr>
                </a:tc>
                <a:tc>
                  <a:txBody>
                    <a:bodyPr anchor="ctr">
                      <a:noAutofit/>
                    </a:bodyPr>
                    <a:p>
                      <a:pPr algn="ctr" defTabSz="914400">
                        <a:lnSpc>
                          <a:spcPct val="100000"/>
                        </a:lnSpc>
                        <a:tabLst>
                          <a:tab algn="l" pos="0"/>
                        </a:tabLst>
                      </a:pPr>
                      <a:r>
                        <a:rPr b="1" lang="en-US" sz="1100" spc="-1" strike="noStrike">
                          <a:solidFill>
                            <a:schemeClr val="lt1"/>
                          </a:solidFill>
                          <a:latin typeface="Segoe UI"/>
                        </a:rPr>
                        <a:t>TRẢ LỜI</a:t>
                      </a:r>
                      <a:endParaRPr b="0" lang="en-US" sz="11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000000"/>
                      </a:solidFill>
                      <a:prstDash val="solid"/>
                    </a:lnB>
                    <a:solidFill>
                      <a:schemeClr val="accent5">
                        <a:lumMod val="50000"/>
                      </a:schemeClr>
                    </a:solidFill>
                  </a:tcPr>
                </a:tc>
              </a:tr>
              <a:tr h="430920">
                <a:tc>
                  <a:txBody>
                    <a:bodyPr anchor="t">
                      <a:noAutofit/>
                    </a:bodyPr>
                    <a:p>
                      <a:pPr defTabSz="914400">
                        <a:lnSpc>
                          <a:spcPts val="1500"/>
                        </a:lnSpc>
                      </a:pPr>
                      <a:r>
                        <a:rPr b="0" lang="en-US" sz="1100" spc="-1" strike="noStrike">
                          <a:solidFill>
                            <a:schemeClr val="dk1"/>
                          </a:solidFill>
                          <a:latin typeface="Segoe UI"/>
                        </a:rPr>
                        <a:t>1. Trình bày điểm mới, đột phá so với các giải pháp truyền thống</a:t>
                      </a:r>
                      <a:r>
                        <a:rPr b="0" lang="vi-VN" sz="1100" spc="-1" strike="noStrike">
                          <a:solidFill>
                            <a:schemeClr val="dk1"/>
                          </a:solidFill>
                          <a:latin typeface="Segoe UI"/>
                        </a:rPr>
                        <a:t>?</a:t>
                      </a:r>
                      <a:endParaRPr b="0" lang="en-US" sz="11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tIns="36360" bIns="36360" anchor="t">
                      <a:noAutofit/>
                    </a:bodyPr>
                    <a:p>
                      <a:pPr defTabSz="914400">
                        <a:lnSpc>
                          <a:spcPct val="100000"/>
                        </a:lnSpc>
                      </a:pPr>
                      <a:r>
                        <a:rPr b="0" lang="en-US" sz="1000" spc="-1" strike="noStrike">
                          <a:solidFill>
                            <a:srgbClr val="1a1f36"/>
                          </a:solidFill>
                          <a:latin typeface="Arial"/>
                        </a:rPr>
                        <a:t>Chuyên gia chỉ nói hoặc ghi chú, LLM soạn thẻ tri thức để duyệt. Truy xuất lai BM25 + semantic + RRF, có cổng từ chối khi chưa đủ tri thức; câu trả lời luôn kèm nguồn đã được chương trình xác thực.</a:t>
                      </a:r>
                      <a:endParaRPr b="0" lang="en-US" sz="1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430920">
                <a:tc>
                  <a:txBody>
                    <a:bodyPr anchor="t">
                      <a:noAutofit/>
                    </a:bodyPr>
                    <a:p>
                      <a:pPr defTabSz="914400">
                        <a:lnSpc>
                          <a:spcPts val="1500"/>
                        </a:lnSpc>
                      </a:pPr>
                      <a:r>
                        <a:rPr b="0" lang="en-US" sz="1100" spc="-1" strike="noStrike">
                          <a:solidFill>
                            <a:schemeClr val="dk1"/>
                          </a:solidFill>
                          <a:latin typeface="Segoe UI"/>
                        </a:rPr>
                        <a:t>2. </a:t>
                      </a:r>
                      <a:r>
                        <a:rPr b="0" lang="vi-VN" sz="1100" spc="-1" strike="noStrike">
                          <a:solidFill>
                            <a:schemeClr val="dk1"/>
                          </a:solidFill>
                          <a:latin typeface="Segoe UI"/>
                        </a:rPr>
                        <a:t>Ý tưởng này đang giải quyết vấn đề gì</a:t>
                      </a:r>
                      <a:r>
                        <a:rPr b="0" lang="en-US" sz="1100" spc="-1" strike="noStrike">
                          <a:solidFill>
                            <a:schemeClr val="dk1"/>
                          </a:solidFill>
                          <a:latin typeface="Segoe UI"/>
                        </a:rPr>
                        <a:t> tại Denso</a:t>
                      </a:r>
                      <a:r>
                        <a:rPr b="0" lang="vi-VN" sz="1100" spc="-1" strike="noStrike">
                          <a:solidFill>
                            <a:schemeClr val="dk1"/>
                          </a:solidFill>
                          <a:latin typeface="Segoe UI"/>
                        </a:rPr>
                        <a:t>? </a:t>
                      </a:r>
                      <a:endParaRPr b="0" lang="en-US" sz="11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tIns="36360" bIns="36360" anchor="t">
                      <a:noAutofit/>
                    </a:bodyPr>
                    <a:p>
                      <a:pPr defTabSz="914400">
                        <a:lnSpc>
                          <a:spcPct val="100000"/>
                        </a:lnSpc>
                      </a:pPr>
                      <a:r>
                        <a:rPr b="0" lang="en-US" sz="1000" spc="-1" strike="noStrike">
                          <a:solidFill>
                            <a:srgbClr val="1a1f36"/>
                          </a:solidFill>
                          <a:latin typeface="Arial"/>
                        </a:rPr>
                        <a:t>Bí quyết nằm trong đầu chuyên gia, truyền miệng, dễ quên và mất khi họ nghỉ hưu; kỹ sư mới mất nhiều thời gian học và lặp lại lỗi cũ.</a:t>
                      </a:r>
                      <a:endParaRPr b="0" lang="en-US" sz="1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405000">
                <a:tc>
                  <a:txBody>
                    <a:bodyPr anchor="t">
                      <a:noAutofit/>
                    </a:bodyPr>
                    <a:p>
                      <a:pPr defTabSz="914400">
                        <a:lnSpc>
                          <a:spcPts val="1500"/>
                        </a:lnSpc>
                      </a:pPr>
                      <a:r>
                        <a:rPr b="0" lang="en-US" sz="1100" spc="-1" strike="noStrike">
                          <a:solidFill>
                            <a:schemeClr val="dk1"/>
                          </a:solidFill>
                          <a:latin typeface="Segoe UI"/>
                        </a:rPr>
                        <a:t>3. Phương pháp/công cụ áp dụng và thời gian thực hiện dự án?</a:t>
                      </a:r>
                      <a:endParaRPr b="0" lang="en-US" sz="11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tIns="36360" bIns="36360" anchor="t">
                      <a:noAutofit/>
                    </a:bodyPr>
                    <a:p>
                      <a:pPr defTabSz="914400">
                        <a:lnSpc>
                          <a:spcPct val="100000"/>
                        </a:lnSpc>
                      </a:pPr>
                      <a:r>
                        <a:rPr b="0" lang="en-US" sz="1000" spc="-1" strike="noStrike">
                          <a:solidFill>
                            <a:srgbClr val="1a1f36"/>
                          </a:solidFill>
                          <a:latin typeface="Arial"/>
                        </a:rPr>
                        <a:t>Ghi chú/transcript hoặc CSV/XLSX → LLM trích xuất thẻ (người dùng duyệt) → kho tri thức → hybrid RAG tiếng Việt. Prototype Streamlit đã chạy end-to-end; lộ trình đến chung kết 02/12.</a:t>
                      </a:r>
                      <a:endParaRPr b="0" lang="en-US" sz="1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413640">
                <a:tc>
                  <a:txBody>
                    <a:bodyPr anchor="t">
                      <a:noAutofit/>
                    </a:bodyPr>
                    <a:p>
                      <a:pPr defTabSz="914400">
                        <a:lnSpc>
                          <a:spcPts val="1500"/>
                        </a:lnSpc>
                      </a:pPr>
                      <a:r>
                        <a:rPr b="0" lang="en-US" sz="1100" spc="-1" strike="noStrike">
                          <a:solidFill>
                            <a:schemeClr val="dk1"/>
                          </a:solidFill>
                          <a:latin typeface="Segoe UI"/>
                        </a:rPr>
                        <a:t>4. </a:t>
                      </a:r>
                      <a:r>
                        <a:rPr b="0" lang="vi-VN" sz="1100" spc="-1" strike="noStrike">
                          <a:solidFill>
                            <a:schemeClr val="dk1"/>
                          </a:solidFill>
                          <a:latin typeface="Segoe UI"/>
                        </a:rPr>
                        <a:t>Ý tưởng này mang lại hiệu quả gì?</a:t>
                      </a:r>
                      <a:r>
                        <a:rPr b="0" lang="en-US" sz="1100" spc="-1" strike="noStrike">
                          <a:solidFill>
                            <a:schemeClr val="dk1"/>
                          </a:solidFill>
                          <a:latin typeface="Segoe UI"/>
                        </a:rPr>
                        <a:t> Cho số liệu.</a:t>
                      </a:r>
                      <a:endParaRPr b="0" lang="en-US" sz="11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tIns="36360" bIns="36360" anchor="t">
                      <a:noAutofit/>
                    </a:bodyPr>
                    <a:p>
                      <a:pPr defTabSz="914400">
                        <a:lnSpc>
                          <a:spcPct val="100000"/>
                        </a:lnSpc>
                      </a:pPr>
                      <a:r>
                        <a:rPr b="0" lang="en-US" sz="1000" spc="-1" strike="noStrike">
                          <a:solidFill>
                            <a:srgbClr val="1a1f36"/>
                          </a:solidFill>
                          <a:latin typeface="Arial"/>
                        </a:rPr>
                        <a:t>Đo thật trên prototype (dữ liệu synthetic): 10/10 benchmark phát triển; 34/38 trên held-out 38 câu; từ chối đúng 8/8 câu ngoài phạm vi; truy xuất ~17 ms. Kịch bản 45 → 1,5 phút là giả định.</a:t>
                      </a:r>
                      <a:endParaRPr b="0" lang="en-US" sz="1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473760">
                <a:tc>
                  <a:txBody>
                    <a:bodyPr anchor="t">
                      <a:noAutofit/>
                    </a:bodyPr>
                    <a:p>
                      <a:pPr defTabSz="914400">
                        <a:lnSpc>
                          <a:spcPts val="1500"/>
                        </a:lnSpc>
                      </a:pPr>
                      <a:r>
                        <a:rPr b="0" lang="en-US" sz="1100" spc="-1" strike="noStrike">
                          <a:solidFill>
                            <a:schemeClr val="dk1"/>
                          </a:solidFill>
                          <a:latin typeface="Segoe UI"/>
                        </a:rPr>
                        <a:t>5. </a:t>
                      </a:r>
                      <a:r>
                        <a:rPr b="0" lang="vi-VN" sz="1100" spc="-1" strike="noStrike">
                          <a:solidFill>
                            <a:schemeClr val="dk1"/>
                          </a:solidFill>
                          <a:latin typeface="Segoe UI"/>
                        </a:rPr>
                        <a:t> Khả năng mở rộng, triển khai ngang của dự án là gì (trong nội bộ Denso hoặc các nhà máy khác)? </a:t>
                      </a:r>
                      <a:endParaRPr b="0" lang="en-US" sz="11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tIns="36360" bIns="36360" anchor="t">
                      <a:noAutofit/>
                    </a:bodyPr>
                    <a:p>
                      <a:pPr defTabSz="914400">
                        <a:lnSpc>
                          <a:spcPct val="100000"/>
                        </a:lnSpc>
                      </a:pPr>
                      <a:r>
                        <a:rPr b="0" lang="en-US" sz="1000" spc="-1" strike="noStrike">
                          <a:solidFill>
                            <a:srgbClr val="1a1f36"/>
                          </a:solidFill>
                          <a:latin typeface="Arial"/>
                        </a:rPr>
                        <a:t>Schema có metadata mở rộng, nhập CSV/XLSX và lập chỉ mục lại tức thì, dùng lại cho 5 lĩnh vực đã có dữ liệu mẫu (bảo dưỡng, chế tạo máy, thiết kế công đoạn, chất lượng, hiện trường).</a:t>
                      </a:r>
                      <a:endParaRPr b="0" lang="en-US" sz="1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508320">
                <a:tc>
                  <a:txBody>
                    <a:bodyPr anchor="t">
                      <a:noAutofit/>
                    </a:bodyPr>
                    <a:p>
                      <a:pPr defTabSz="914400">
                        <a:lnSpc>
                          <a:spcPts val="1500"/>
                        </a:lnSpc>
                      </a:pPr>
                      <a:r>
                        <a:rPr b="0" lang="en-US" sz="1100" spc="-1" strike="noStrike">
                          <a:solidFill>
                            <a:schemeClr val="dk1"/>
                          </a:solidFill>
                          <a:latin typeface="Segoe UI"/>
                        </a:rPr>
                        <a:t>6. </a:t>
                      </a:r>
                      <a:r>
                        <a:rPr b="0" lang="vi-VN" sz="1100" spc="-1" strike="noStrike">
                          <a:solidFill>
                            <a:schemeClr val="dk1"/>
                          </a:solidFill>
                          <a:latin typeface="Segoe UI"/>
                        </a:rPr>
                        <a:t>Nhóm đã có những kiến thức hoặc kinh nghiệm nào giúp </a:t>
                      </a:r>
                      <a:r>
                        <a:rPr b="0" lang="en-US" sz="1100" spc="-1" strike="noStrike">
                          <a:solidFill>
                            <a:schemeClr val="dk1"/>
                          </a:solidFill>
                          <a:latin typeface="Segoe UI"/>
                        </a:rPr>
                        <a:t>thực hiện giải pháp</a:t>
                      </a:r>
                      <a:r>
                        <a:rPr b="0" lang="vi-VN" sz="1100" spc="-1" strike="noStrike">
                          <a:solidFill>
                            <a:schemeClr val="dk1"/>
                          </a:solidFill>
                          <a:latin typeface="Segoe UI"/>
                        </a:rPr>
                        <a:t>? </a:t>
                      </a:r>
                      <a:endParaRPr b="0" lang="en-US" sz="11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tIns="36360" bIns="36360" anchor="t">
                      <a:noAutofit/>
                    </a:bodyPr>
                    <a:p>
                      <a:pPr defTabSz="914400">
                        <a:lnSpc>
                          <a:spcPct val="100000"/>
                        </a:lnSpc>
                      </a:pPr>
                      <a:r>
                        <a:rPr b="0" lang="en-US" sz="1000" spc="-1" strike="noStrike">
                          <a:solidFill>
                            <a:srgbClr val="1A1F36"/>
                          </a:solidFill>
                          <a:latin typeface="Arial"/>
                        </a:rPr>
                        <a:t>Đội đã tự xây prototype end-to-end: trích xuất LLM, hybrid retrieval, grounded RAG và bộ đánh giá riêng (benchmark phát triển + held-out, kiểm thử tự động).</a:t>
                      </a:r>
                      <a:endParaRPr b="0" lang="en-US" sz="1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sp>
        <p:nvSpPr>
          <p:cNvPr id="147" name="TextBox 10"/>
          <p:cNvSpPr/>
          <p:nvPr/>
        </p:nvSpPr>
        <p:spPr>
          <a:xfrm>
            <a:off x="410040" y="1007640"/>
            <a:ext cx="11155320" cy="30456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1" lang="en-US" sz="1400" spc="-1" strike="noStrike">
                <a:solidFill>
                  <a:schemeClr val="dk1"/>
                </a:solidFill>
                <a:latin typeface="Segoe UI"/>
              </a:rPr>
              <a:t>TÊN CHỦ ĐỀ:</a:t>
            </a:r>
            <a:r>
              <a:rPr b="1" lang="en-US" sz="1400" spc="-1" strike="noStrike">
                <a:solidFill>
                  <a:srgbClr val="142a6b"/>
                </a:solidFill>
                <a:latin typeface="Segoe UI"/>
              </a:rPr>
              <a:t> A2 – Ghi lại &amp; mô hình hóa bí quyết chuyên gia (KnowHow Capture)</a:t>
            </a:r>
            <a:endParaRPr b="0" lang="en-US" sz="1400" spc="-1" strike="noStrike">
              <a:solidFill>
                <a:srgbClr val="000000"/>
              </a:solidFill>
              <a:latin typeface="Arial"/>
            </a:endParaRPr>
          </a:p>
        </p:txBody>
      </p:sp>
      <p:sp>
        <p:nvSpPr>
          <p:cNvPr id="148" name="Text 29"/>
          <p:cNvSpPr/>
          <p:nvPr/>
        </p:nvSpPr>
        <p:spPr>
          <a:xfrm>
            <a:off x="534240" y="1542960"/>
            <a:ext cx="1001232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vi-VN" sz="1100" spc="-1" strike="noStrike">
                <a:solidFill>
                  <a:schemeClr val="dk1"/>
                </a:solidFill>
                <a:latin typeface="Segoe UI"/>
              </a:rPr>
              <a:t>Ý tưởng của nhóm thuộc chủ đề nào trong các nhóm sau?</a:t>
            </a:r>
            <a:endParaRPr b="0" lang="en-US" sz="1100" spc="-1" strike="noStrike">
              <a:solidFill>
                <a:srgbClr val="000000"/>
              </a:solidFill>
              <a:latin typeface="Arial"/>
            </a:endParaRPr>
          </a:p>
        </p:txBody>
      </p:sp>
      <p:sp>
        <p:nvSpPr>
          <p:cNvPr id="149" name="Text 30"/>
          <p:cNvSpPr/>
          <p:nvPr/>
        </p:nvSpPr>
        <p:spPr>
          <a:xfrm>
            <a:off x="847800" y="1873080"/>
            <a:ext cx="1588320" cy="90000"/>
          </a:xfrm>
          <a:prstGeom prst="rect">
            <a:avLst/>
          </a:prstGeom>
          <a:noFill/>
          <a:ln w="0">
            <a:noFill/>
          </a:ln>
        </p:spPr>
        <p:style>
          <a:lnRef idx="0"/>
          <a:fillRef idx="0"/>
          <a:effectRef idx="0"/>
          <a:fontRef idx="minor"/>
        </p:style>
        <p:txBody>
          <a:bodyPr lIns="360" rIns="360" tIns="360" bIns="360" anchor="ctr">
            <a:noAutofit/>
          </a:bodyPr>
          <a:p>
            <a:pPr defTabSz="914400">
              <a:lnSpc>
                <a:spcPct val="100000"/>
              </a:lnSpc>
              <a:tabLst>
                <a:tab algn="l" pos="0"/>
              </a:tabLst>
            </a:pPr>
            <a:r>
              <a:rPr b="0" lang="it-IT" sz="1000" spc="-1" strike="noStrike">
                <a:solidFill>
                  <a:srgbClr val="1e293b"/>
                </a:solidFill>
                <a:latin typeface="Arial"/>
                <a:ea typeface="Arial"/>
              </a:rPr>
              <a:t>AI - Dự báo &amp; Tri thức</a:t>
            </a:r>
            <a:endParaRPr b="0" lang="en-US" sz="1000" spc="-1" strike="noStrike">
              <a:solidFill>
                <a:srgbClr val="000000"/>
              </a:solidFill>
              <a:latin typeface="Arial"/>
            </a:endParaRPr>
          </a:p>
        </p:txBody>
      </p:sp>
      <p:sp>
        <p:nvSpPr>
          <p:cNvPr id="150" name="Text 30"/>
          <p:cNvSpPr/>
          <p:nvPr/>
        </p:nvSpPr>
        <p:spPr>
          <a:xfrm>
            <a:off x="2837520" y="1868760"/>
            <a:ext cx="1588320" cy="90000"/>
          </a:xfrm>
          <a:prstGeom prst="rect">
            <a:avLst/>
          </a:prstGeom>
          <a:noFill/>
          <a:ln w="0">
            <a:noFill/>
          </a:ln>
        </p:spPr>
        <p:style>
          <a:lnRef idx="0"/>
          <a:fillRef idx="0"/>
          <a:effectRef idx="0"/>
          <a:fontRef idx="minor"/>
        </p:style>
        <p:txBody>
          <a:bodyPr lIns="360" rIns="360" tIns="360" bIns="360" anchor="ctr">
            <a:noAutofit/>
          </a:bodyPr>
          <a:p>
            <a:pPr defTabSz="914400">
              <a:lnSpc>
                <a:spcPct val="100000"/>
              </a:lnSpc>
              <a:tabLst>
                <a:tab algn="l" pos="0"/>
              </a:tabLst>
            </a:pPr>
            <a:r>
              <a:rPr b="0" lang="it-IT" sz="1000" spc="-1" strike="noStrike">
                <a:solidFill>
                  <a:srgbClr val="1e293b"/>
                </a:solidFill>
                <a:latin typeface="Arial"/>
                <a:ea typeface="Arial"/>
              </a:rPr>
              <a:t>Humanoid &amp; Robot</a:t>
            </a:r>
            <a:endParaRPr b="0" lang="en-US" sz="1000" spc="-1" strike="noStrike">
              <a:solidFill>
                <a:srgbClr val="000000"/>
              </a:solidFill>
              <a:latin typeface="Arial"/>
            </a:endParaRPr>
          </a:p>
        </p:txBody>
      </p:sp>
      <p:sp>
        <p:nvSpPr>
          <p:cNvPr id="151" name="Text 30"/>
          <p:cNvSpPr/>
          <p:nvPr/>
        </p:nvSpPr>
        <p:spPr>
          <a:xfrm>
            <a:off x="4944240" y="1877760"/>
            <a:ext cx="1804320" cy="85680"/>
          </a:xfrm>
          <a:prstGeom prst="rect">
            <a:avLst/>
          </a:prstGeom>
          <a:noFill/>
          <a:ln w="0">
            <a:noFill/>
          </a:ln>
        </p:spPr>
        <p:style>
          <a:lnRef idx="0"/>
          <a:fillRef idx="0"/>
          <a:effectRef idx="0"/>
          <a:fontRef idx="minor"/>
        </p:style>
        <p:txBody>
          <a:bodyPr lIns="360" rIns="360" tIns="360" bIns="360" anchor="ctr">
            <a:noAutofit/>
          </a:bodyPr>
          <a:p>
            <a:pPr defTabSz="914400">
              <a:lnSpc>
                <a:spcPct val="100000"/>
              </a:lnSpc>
              <a:tabLst>
                <a:tab algn="l" pos="0"/>
              </a:tabLst>
            </a:pPr>
            <a:r>
              <a:rPr b="0" lang="it-IT" sz="1000" spc="-1" strike="noStrike">
                <a:solidFill>
                  <a:srgbClr val="1e293b"/>
                </a:solidFill>
                <a:latin typeface="Arial"/>
                <a:ea typeface="Arial"/>
              </a:rPr>
              <a:t>Data - Chuẩn hóa &amp; Khai thác</a:t>
            </a:r>
            <a:endParaRPr b="0" lang="en-US" sz="1000" spc="-1" strike="noStrike">
              <a:solidFill>
                <a:srgbClr val="000000"/>
              </a:solidFill>
              <a:latin typeface="Arial"/>
            </a:endParaRPr>
          </a:p>
        </p:txBody>
      </p:sp>
      <p:sp>
        <p:nvSpPr>
          <p:cNvPr id="152" name="Rectangle 16"/>
          <p:cNvSpPr/>
          <p:nvPr/>
        </p:nvSpPr>
        <p:spPr>
          <a:xfrm>
            <a:off x="644400" y="1873080"/>
            <a:ext cx="144360" cy="90000"/>
          </a:xfrm>
          <a:prstGeom prst="rect">
            <a:avLst/>
          </a:prstGeom>
          <a:solidFill>
            <a:srgbClr val="142a6b"/>
          </a:solidFill>
          <a:ln>
            <a:solidFill>
              <a:srgbClr val="000000"/>
            </a:solidFill>
          </a:ln>
        </p:spPr>
        <p:style>
          <a:lnRef idx="2">
            <a:schemeClr val="dk1"/>
          </a:lnRef>
          <a:fillRef idx="1">
            <a:schemeClr val="lt1"/>
          </a:fillRef>
          <a:effectRef idx="0">
            <a:schemeClr val="dk1"/>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153" name="Rectangle 17"/>
          <p:cNvSpPr/>
          <p:nvPr/>
        </p:nvSpPr>
        <p:spPr>
          <a:xfrm>
            <a:off x="2616120" y="1868400"/>
            <a:ext cx="144360" cy="90000"/>
          </a:xfrm>
          <a:prstGeom prst="rect">
            <a:avLst/>
          </a:prstGeom>
          <a:solidFill>
            <a:srgbClr val="ffffff"/>
          </a:solidFill>
          <a:ln>
            <a:solidFill>
              <a:srgbClr val="000000"/>
            </a:solidFill>
          </a:ln>
        </p:spPr>
        <p:style>
          <a:lnRef idx="2">
            <a:schemeClr val="dk1"/>
          </a:lnRef>
          <a:fillRef idx="1">
            <a:schemeClr val="lt1"/>
          </a:fillRef>
          <a:effectRef idx="0">
            <a:schemeClr val="dk1"/>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154" name="Rectangle 18"/>
          <p:cNvSpPr/>
          <p:nvPr/>
        </p:nvSpPr>
        <p:spPr>
          <a:xfrm>
            <a:off x="4749840" y="1868400"/>
            <a:ext cx="144360" cy="90000"/>
          </a:xfrm>
          <a:prstGeom prst="rect">
            <a:avLst/>
          </a:prstGeom>
          <a:solidFill>
            <a:srgbClr val="ffffff"/>
          </a:solidFill>
          <a:ln>
            <a:solidFill>
              <a:srgbClr val="000000"/>
            </a:solidFill>
          </a:ln>
        </p:spPr>
        <p:style>
          <a:lnRef idx="2">
            <a:schemeClr val="dk1"/>
          </a:lnRef>
          <a:fillRef idx="1">
            <a:schemeClr val="lt1"/>
          </a:fillRef>
          <a:effectRef idx="0">
            <a:schemeClr val="dk1"/>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155" name="Shape 28"/>
          <p:cNvSpPr/>
          <p:nvPr/>
        </p:nvSpPr>
        <p:spPr>
          <a:xfrm>
            <a:off x="292680" y="6027840"/>
            <a:ext cx="45360" cy="585000"/>
          </a:xfrm>
          <a:prstGeom prst="rect">
            <a:avLst/>
          </a:prstGeom>
          <a:solidFill>
            <a:srgbClr val="30d158"/>
          </a:solidFill>
          <a:ln w="12700">
            <a:solidFill>
              <a:srgbClr val="30d15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6" name="Picture 6" descr="A blue and green rectangle with a circle and lines&#10;&#10;AI-generated content may be incorrect."/>
          <p:cNvPicPr/>
          <p:nvPr/>
        </p:nvPicPr>
        <p:blipFill>
          <a:blip r:embed="rId1"/>
          <a:srcRect l="0" t="32802" r="0" b="51582"/>
          <a:stretch/>
        </p:blipFill>
        <p:spPr>
          <a:xfrm>
            <a:off x="0" y="5987160"/>
            <a:ext cx="12191760" cy="870480"/>
          </a:xfrm>
          <a:prstGeom prst="rect">
            <a:avLst/>
          </a:prstGeom>
          <a:ln w="0">
            <a:noFill/>
          </a:ln>
        </p:spPr>
      </p:pic>
      <p:sp>
        <p:nvSpPr>
          <p:cNvPr id="157" name="PlaceHolder 1"/>
          <p:cNvSpPr>
            <a:spLocks noGrp="1"/>
          </p:cNvSpPr>
          <p:nvPr>
            <p:ph type="title"/>
          </p:nvPr>
        </p:nvSpPr>
        <p:spPr>
          <a:xfrm>
            <a:off x="7092720" y="325440"/>
            <a:ext cx="10515240" cy="1325160"/>
          </a:xfrm>
          <a:prstGeom prst="rect">
            <a:avLst/>
          </a:prstGeom>
          <a:noFill/>
          <a:ln w="0">
            <a:noFill/>
          </a:ln>
        </p:spPr>
        <p:txBody>
          <a:bodyPr lIns="90000" rIns="90000" tIns="45000" bIns="45000" anchor="t">
            <a:noAutofit/>
          </a:bodyPr>
          <a:p>
            <a:pPr indent="0" defTabSz="914400">
              <a:lnSpc>
                <a:spcPct val="90000"/>
              </a:lnSpc>
              <a:buNone/>
            </a:pPr>
            <a:r>
              <a:rPr b="1" lang="en-US" sz="2800" spc="-1" strike="noStrike">
                <a:solidFill>
                  <a:schemeClr val="lt1"/>
                </a:solidFill>
                <a:latin typeface="Times New Roman"/>
              </a:rPr>
              <a:t>GIỚI THIỆU TEAM</a:t>
            </a:r>
            <a:endParaRPr b="0" lang="en-US" sz="2800" spc="-1" strike="noStrike">
              <a:solidFill>
                <a:schemeClr val="dk1"/>
              </a:solidFill>
              <a:latin typeface="Calibri"/>
            </a:endParaRPr>
          </a:p>
        </p:txBody>
      </p:sp>
      <p:sp>
        <p:nvSpPr>
          <p:cNvPr id="158" name="Rounded Rectangle 7"/>
          <p:cNvSpPr/>
          <p:nvPr/>
        </p:nvSpPr>
        <p:spPr>
          <a:xfrm>
            <a:off x="411480" y="1371600"/>
            <a:ext cx="11338200" cy="502560"/>
          </a:xfrm>
          <a:prstGeom prst="roundRect">
            <a:avLst>
              <a:gd name="adj" fmla="val 6000"/>
            </a:avLst>
          </a:prstGeom>
          <a:solidFill>
            <a:srgbClr val="e4f8ec"/>
          </a:solidFill>
          <a:ln>
            <a:noFill/>
          </a:ln>
        </p:spPr>
        <p:style>
          <a:lnRef idx="1">
            <a:schemeClr val="accent1"/>
          </a:lnRef>
          <a:fillRef idx="3">
            <a:schemeClr val="accent1"/>
          </a:fillRef>
          <a:effectRef idx="2">
            <a:schemeClr val="accent1"/>
          </a:effectRef>
          <a:fontRef idx="minor"/>
        </p:style>
        <p:txBody>
          <a:bodyPr lIns="137160" rIns="137160" tIns="91440" bIns="91440" anchor="ctr">
            <a:noAutofit/>
          </a:bodyPr>
          <a:p>
            <a:pPr defTabSz="914400">
              <a:lnSpc>
                <a:spcPct val="100000"/>
              </a:lnSpc>
            </a:pPr>
            <a:r>
              <a:rPr b="1" lang="en-US" sz="1250" spc="-1" strike="noStrike">
                <a:solidFill>
                  <a:srgbClr val="142a6b"/>
                </a:solidFill>
                <a:latin typeface="Arial"/>
              </a:rPr>
              <a:t>Tên đội: Matrix </a:t>
            </a:r>
            <a:r>
              <a:rPr b="0" lang="en-US" sz="1250" spc="-1" strike="noStrike">
                <a:solidFill>
                  <a:srgbClr val="1a1f36"/>
                </a:solidFill>
                <a:latin typeface="Arial"/>
              </a:rPr>
              <a:t>      </a:t>
            </a:r>
            <a:r>
              <a:rPr b="1" lang="en-US" sz="1250" spc="-1" strike="noStrike">
                <a:solidFill>
                  <a:srgbClr val="142a6b"/>
                </a:solidFill>
                <a:latin typeface="Arial"/>
              </a:rPr>
              <a:t>Đơn vị: </a:t>
            </a:r>
            <a:r>
              <a:rPr b="0" lang="en-US" sz="1250" spc="-1" strike="noStrike">
                <a:solidFill>
                  <a:srgbClr val="1a1f36"/>
                </a:solidFill>
                <a:latin typeface="Arial"/>
              </a:rPr>
              <a:t>[Trường / công ty]      </a:t>
            </a:r>
            <a:r>
              <a:rPr b="1" lang="en-US" sz="1250" spc="-1" strike="noStrike">
                <a:solidFill>
                  <a:srgbClr val="142a6b"/>
                </a:solidFill>
                <a:latin typeface="Arial"/>
              </a:rPr>
              <a:t>Chủ đề: </a:t>
            </a:r>
            <a:r>
              <a:rPr b="0" lang="en-US" sz="1250" spc="-1" strike="noStrike">
                <a:solidFill>
                  <a:srgbClr val="1a1f36"/>
                </a:solidFill>
                <a:latin typeface="Arial"/>
              </a:rPr>
              <a:t>A2 – Ghi lại &amp; mô hình hóa bí quyết chuyên gia</a:t>
            </a:r>
            <a:endParaRPr b="0" lang="en-US" sz="1250" spc="-1" strike="noStrike">
              <a:solidFill>
                <a:srgbClr val="000000"/>
              </a:solidFill>
              <a:latin typeface="Arial"/>
            </a:endParaRPr>
          </a:p>
        </p:txBody>
      </p:sp>
      <p:sp>
        <p:nvSpPr>
          <p:cNvPr id="159" name="Rounded Rectangle 8"/>
          <p:cNvSpPr/>
          <p:nvPr/>
        </p:nvSpPr>
        <p:spPr>
          <a:xfrm>
            <a:off x="1829160" y="2149200"/>
            <a:ext cx="2697120" cy="3565800"/>
          </a:xfrm>
          <a:prstGeom prst="roundRect">
            <a:avLst>
              <a:gd name="adj" fmla="val 6000"/>
            </a:avLst>
          </a:prstGeom>
          <a:solidFill>
            <a:srgbClr val="ffffff"/>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000000"/>
              </a:solidFill>
              <a:latin typeface="Arial"/>
            </a:endParaRPr>
          </a:p>
        </p:txBody>
      </p:sp>
      <p:sp>
        <p:nvSpPr>
          <p:cNvPr id="160" name="Oval 9"/>
          <p:cNvSpPr/>
          <p:nvPr/>
        </p:nvSpPr>
        <p:spPr>
          <a:xfrm>
            <a:off x="2766600" y="2332080"/>
            <a:ext cx="822600" cy="822600"/>
          </a:xfrm>
          <a:prstGeom prst="ellipse">
            <a:avLst/>
          </a:prstGeom>
          <a:solidFill>
            <a:srgbClr val="142a6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2400" spc="-1" strike="noStrike">
                <a:solidFill>
                  <a:srgbClr val="ffffff"/>
                </a:solidFill>
                <a:latin typeface="Arial"/>
              </a:rPr>
              <a:t>?</a:t>
            </a:r>
            <a:endParaRPr b="0" lang="en-US" sz="2400" spc="-1" strike="noStrike">
              <a:solidFill>
                <a:srgbClr val="ffffff"/>
              </a:solidFill>
              <a:latin typeface="Arial"/>
            </a:endParaRPr>
          </a:p>
        </p:txBody>
      </p:sp>
      <p:sp>
        <p:nvSpPr>
          <p:cNvPr id="161" name="TextBox 10"/>
          <p:cNvSpPr/>
          <p:nvPr/>
        </p:nvSpPr>
        <p:spPr>
          <a:xfrm>
            <a:off x="1920600" y="3292200"/>
            <a:ext cx="2514240" cy="282960"/>
          </a:xfrm>
          <a:prstGeom prst="rect">
            <a:avLst/>
          </a:prstGeom>
          <a:noFill/>
          <a:ln w="0">
            <a:noFill/>
          </a:ln>
        </p:spPr>
        <p:style>
          <a:lnRef idx="0"/>
          <a:fillRef idx="0"/>
          <a:effectRef idx="0"/>
          <a:fontRef idx="minor"/>
        </p:style>
        <p:txBody>
          <a:bodyPr lIns="45720" rIns="45720" tIns="27360" bIns="27360" anchor="t">
            <a:spAutoFit/>
          </a:bodyPr>
          <a:p>
            <a:pPr algn="ctr" defTabSz="914400">
              <a:lnSpc>
                <a:spcPct val="100000"/>
              </a:lnSpc>
            </a:pPr>
            <a:r>
              <a:rPr b="1" lang="en-US" sz="1500" spc="-1" strike="noStrike">
                <a:solidFill>
                  <a:srgbClr val="142a6b"/>
                </a:solidFill>
                <a:latin typeface="Arial"/>
              </a:rPr>
              <a:t>Nguyễn Huy  </a:t>
            </a:r>
            <a:endParaRPr b="0" lang="en-US" sz="1500" spc="-1" strike="noStrike">
              <a:solidFill>
                <a:srgbClr val="ffffff"/>
              </a:solidFill>
              <a:latin typeface="Arial"/>
            </a:endParaRPr>
          </a:p>
        </p:txBody>
      </p:sp>
      <p:sp>
        <p:nvSpPr>
          <p:cNvPr id="162" name="TextBox 11"/>
          <p:cNvSpPr/>
          <p:nvPr/>
        </p:nvSpPr>
        <p:spPr>
          <a:xfrm>
            <a:off x="1920600" y="3685320"/>
            <a:ext cx="2514240" cy="237240"/>
          </a:xfrm>
          <a:prstGeom prst="rect">
            <a:avLst/>
          </a:prstGeom>
          <a:noFill/>
          <a:ln w="0">
            <a:noFill/>
          </a:ln>
        </p:spPr>
        <p:style>
          <a:lnRef idx="0"/>
          <a:fillRef idx="0"/>
          <a:effectRef idx="0"/>
          <a:fontRef idx="minor"/>
        </p:style>
        <p:txBody>
          <a:bodyPr lIns="45720" rIns="45720" tIns="27360" bIns="27360" anchor="t">
            <a:spAutoFit/>
          </a:bodyPr>
          <a:p>
            <a:pPr algn="ctr" defTabSz="914400">
              <a:lnSpc>
                <a:spcPct val="100000"/>
              </a:lnSpc>
            </a:pPr>
            <a:r>
              <a:rPr b="1" lang="en-US" sz="1200" spc="-1" strike="noStrike">
                <a:solidFill>
                  <a:srgbClr val="088645"/>
                </a:solidFill>
                <a:latin typeface="Arial"/>
              </a:rPr>
              <a:t>Data / AI Engineer</a:t>
            </a:r>
            <a:endParaRPr b="0" lang="en-US" sz="1200" spc="-1" strike="noStrike">
              <a:solidFill>
                <a:srgbClr val="ffffff"/>
              </a:solidFill>
              <a:latin typeface="Arial"/>
            </a:endParaRPr>
          </a:p>
        </p:txBody>
      </p:sp>
      <p:sp>
        <p:nvSpPr>
          <p:cNvPr id="163" name="TextBox 12"/>
          <p:cNvSpPr/>
          <p:nvPr/>
        </p:nvSpPr>
        <p:spPr>
          <a:xfrm>
            <a:off x="1966320" y="4069440"/>
            <a:ext cx="2422800" cy="405000"/>
          </a:xfrm>
          <a:prstGeom prst="rect">
            <a:avLst/>
          </a:prstGeom>
          <a:noFill/>
          <a:ln w="0">
            <a:noFill/>
          </a:ln>
        </p:spPr>
        <p:style>
          <a:lnRef idx="0"/>
          <a:fillRef idx="0"/>
          <a:effectRef idx="0"/>
          <a:fontRef idx="minor"/>
        </p:style>
        <p:txBody>
          <a:bodyPr lIns="45720" rIns="45720" tIns="27360" bIns="27360" anchor="t">
            <a:spAutoFit/>
          </a:bodyPr>
          <a:p>
            <a:pPr algn="ctr" defTabSz="914400">
              <a:lnSpc>
                <a:spcPct val="100000"/>
              </a:lnSpc>
            </a:pPr>
            <a:r>
              <a:rPr b="0" lang="en-US" sz="1150" spc="-1" strike="noStrike">
                <a:solidFill>
                  <a:srgbClr val="5a6480"/>
                </a:solidFill>
                <a:latin typeface="Arial"/>
              </a:rPr>
              <a:t>Xây pipeline trích xuất tri thức, RAG và đánh giá</a:t>
            </a:r>
            <a:endParaRPr b="0" lang="en-US" sz="1150" spc="-1" strike="noStrike">
              <a:solidFill>
                <a:srgbClr val="ffffff"/>
              </a:solidFill>
              <a:latin typeface="Arial"/>
            </a:endParaRPr>
          </a:p>
        </p:txBody>
      </p:sp>
      <p:sp>
        <p:nvSpPr>
          <p:cNvPr id="164" name="TextBox 13"/>
          <p:cNvSpPr/>
          <p:nvPr/>
        </p:nvSpPr>
        <p:spPr>
          <a:xfrm>
            <a:off x="1966320" y="4892400"/>
            <a:ext cx="2422800" cy="389880"/>
          </a:xfrm>
          <a:prstGeom prst="rect">
            <a:avLst/>
          </a:prstGeom>
          <a:noFill/>
          <a:ln w="0">
            <a:noFill/>
          </a:ln>
        </p:spPr>
        <p:style>
          <a:lnRef idx="0"/>
          <a:fillRef idx="0"/>
          <a:effectRef idx="0"/>
          <a:fontRef idx="minor"/>
        </p:style>
        <p:txBody>
          <a:bodyPr lIns="45720" rIns="45720" tIns="27360" bIns="27360" anchor="t">
            <a:spAutoFit/>
          </a:bodyPr>
          <a:p>
            <a:pPr algn="ctr" defTabSz="914400">
              <a:lnSpc>
                <a:spcPct val="100000"/>
              </a:lnSpc>
            </a:pPr>
            <a:r>
              <a:rPr b="0" lang="en-US" sz="1100" spc="-1" strike="noStrike">
                <a:solidFill>
                  <a:srgbClr val="b45f06"/>
                </a:solidFill>
                <a:latin typeface="Arial"/>
              </a:rPr>
              <a:t>[Kinh nghiệm liên quan: dự án, chứng chỉ, giải thưởng]</a:t>
            </a:r>
            <a:endParaRPr b="0" lang="en-US" sz="1100" spc="-1" strike="noStrike">
              <a:solidFill>
                <a:srgbClr val="ffffff"/>
              </a:solidFill>
              <a:latin typeface="Arial"/>
            </a:endParaRPr>
          </a:p>
        </p:txBody>
      </p:sp>
      <p:sp>
        <p:nvSpPr>
          <p:cNvPr id="165" name="Rounded Rectangle 14"/>
          <p:cNvSpPr/>
          <p:nvPr/>
        </p:nvSpPr>
        <p:spPr>
          <a:xfrm>
            <a:off x="4709520" y="2149200"/>
            <a:ext cx="2697120" cy="3565800"/>
          </a:xfrm>
          <a:prstGeom prst="roundRect">
            <a:avLst>
              <a:gd name="adj" fmla="val 6000"/>
            </a:avLst>
          </a:prstGeom>
          <a:solidFill>
            <a:srgbClr val="ffffff"/>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000000"/>
              </a:solidFill>
              <a:latin typeface="Arial"/>
            </a:endParaRPr>
          </a:p>
        </p:txBody>
      </p:sp>
      <p:sp>
        <p:nvSpPr>
          <p:cNvPr id="166" name="Oval 15"/>
          <p:cNvSpPr/>
          <p:nvPr/>
        </p:nvSpPr>
        <p:spPr>
          <a:xfrm>
            <a:off x="5646960" y="2332080"/>
            <a:ext cx="822600" cy="822600"/>
          </a:xfrm>
          <a:prstGeom prst="ellipse">
            <a:avLst/>
          </a:prstGeom>
          <a:solidFill>
            <a:srgbClr val="142a6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2400" spc="-1" strike="noStrike">
                <a:solidFill>
                  <a:srgbClr val="ffffff"/>
                </a:solidFill>
                <a:latin typeface="Arial"/>
              </a:rPr>
              <a:t>?</a:t>
            </a:r>
            <a:endParaRPr b="0" lang="en-US" sz="2400" spc="-1" strike="noStrike">
              <a:solidFill>
                <a:srgbClr val="ffffff"/>
              </a:solidFill>
              <a:latin typeface="Arial"/>
            </a:endParaRPr>
          </a:p>
        </p:txBody>
      </p:sp>
      <p:sp>
        <p:nvSpPr>
          <p:cNvPr id="167" name="TextBox 16"/>
          <p:cNvSpPr/>
          <p:nvPr/>
        </p:nvSpPr>
        <p:spPr>
          <a:xfrm>
            <a:off x="4800960" y="3292200"/>
            <a:ext cx="2514240" cy="283680"/>
          </a:xfrm>
          <a:prstGeom prst="rect">
            <a:avLst/>
          </a:prstGeom>
          <a:noFill/>
          <a:ln w="0">
            <a:noFill/>
          </a:ln>
        </p:spPr>
        <p:style>
          <a:lnRef idx="0"/>
          <a:fillRef idx="0"/>
          <a:effectRef idx="0"/>
          <a:fontRef idx="minor"/>
        </p:style>
        <p:txBody>
          <a:bodyPr lIns="45720" rIns="45720" tIns="27360" bIns="27360" anchor="t">
            <a:spAutoFit/>
          </a:bodyPr>
          <a:p>
            <a:pPr algn="ctr" defTabSz="914400">
              <a:lnSpc>
                <a:spcPct val="100000"/>
              </a:lnSpc>
            </a:pPr>
            <a:r>
              <a:rPr b="1" lang="en-US" sz="1500" spc="-1" strike="noStrike">
                <a:solidFill>
                  <a:srgbClr val="142a6b"/>
                </a:solidFill>
                <a:latin typeface="Arial"/>
              </a:rPr>
              <a:t>Nguyễn Bá Đức </a:t>
            </a:r>
            <a:endParaRPr b="0" lang="en-US" sz="1500" spc="-1" strike="noStrike">
              <a:solidFill>
                <a:srgbClr val="ffffff"/>
              </a:solidFill>
              <a:latin typeface="Arial"/>
            </a:endParaRPr>
          </a:p>
        </p:txBody>
      </p:sp>
      <p:sp>
        <p:nvSpPr>
          <p:cNvPr id="168" name="TextBox 17"/>
          <p:cNvSpPr/>
          <p:nvPr/>
        </p:nvSpPr>
        <p:spPr>
          <a:xfrm>
            <a:off x="4800960" y="3685320"/>
            <a:ext cx="2514240" cy="237240"/>
          </a:xfrm>
          <a:prstGeom prst="rect">
            <a:avLst/>
          </a:prstGeom>
          <a:noFill/>
          <a:ln w="0">
            <a:noFill/>
          </a:ln>
        </p:spPr>
        <p:style>
          <a:lnRef idx="0"/>
          <a:fillRef idx="0"/>
          <a:effectRef idx="0"/>
          <a:fontRef idx="minor"/>
        </p:style>
        <p:txBody>
          <a:bodyPr lIns="45720" rIns="45720" tIns="27360" bIns="27360" anchor="t">
            <a:spAutoFit/>
          </a:bodyPr>
          <a:p>
            <a:pPr algn="ctr" defTabSz="914400">
              <a:lnSpc>
                <a:spcPct val="100000"/>
              </a:lnSpc>
            </a:pPr>
            <a:r>
              <a:rPr b="1" lang="en-US" sz="1200" spc="-1" strike="noStrike">
                <a:solidFill>
                  <a:srgbClr val="088645"/>
                </a:solidFill>
                <a:latin typeface="Arial"/>
              </a:rPr>
              <a:t>Kiến trúc &amp; Hạ tầng</a:t>
            </a:r>
            <a:endParaRPr b="0" lang="en-US" sz="1200" spc="-1" strike="noStrike">
              <a:solidFill>
                <a:srgbClr val="ffffff"/>
              </a:solidFill>
              <a:latin typeface="Arial"/>
            </a:endParaRPr>
          </a:p>
        </p:txBody>
      </p:sp>
      <p:sp>
        <p:nvSpPr>
          <p:cNvPr id="169" name="TextBox 18"/>
          <p:cNvSpPr/>
          <p:nvPr/>
        </p:nvSpPr>
        <p:spPr>
          <a:xfrm>
            <a:off x="4846680" y="4069440"/>
            <a:ext cx="2422800" cy="405000"/>
          </a:xfrm>
          <a:prstGeom prst="rect">
            <a:avLst/>
          </a:prstGeom>
          <a:noFill/>
          <a:ln w="0">
            <a:noFill/>
          </a:ln>
        </p:spPr>
        <p:style>
          <a:lnRef idx="0"/>
          <a:fillRef idx="0"/>
          <a:effectRef idx="0"/>
          <a:fontRef idx="minor"/>
        </p:style>
        <p:txBody>
          <a:bodyPr lIns="45720" rIns="45720" tIns="27360" bIns="27360" anchor="t">
            <a:spAutoFit/>
          </a:bodyPr>
          <a:p>
            <a:pPr algn="ctr" defTabSz="914400">
              <a:lnSpc>
                <a:spcPct val="100000"/>
              </a:lnSpc>
            </a:pPr>
            <a:r>
              <a:rPr b="0" lang="en-US" sz="1150" spc="-1" strike="noStrike">
                <a:solidFill>
                  <a:srgbClr val="5a6480"/>
                </a:solidFill>
                <a:latin typeface="Arial"/>
              </a:rPr>
              <a:t>Kiến trúc hệ thống, vector DB, cấu hình và bảo mật dữ liệu</a:t>
            </a:r>
            <a:endParaRPr b="0" lang="en-US" sz="1150" spc="-1" strike="noStrike">
              <a:solidFill>
                <a:srgbClr val="ffffff"/>
              </a:solidFill>
              <a:latin typeface="Arial"/>
            </a:endParaRPr>
          </a:p>
        </p:txBody>
      </p:sp>
      <p:sp>
        <p:nvSpPr>
          <p:cNvPr id="170" name="TextBox 19"/>
          <p:cNvSpPr/>
          <p:nvPr/>
        </p:nvSpPr>
        <p:spPr>
          <a:xfrm>
            <a:off x="4846680" y="4892400"/>
            <a:ext cx="2422800" cy="389880"/>
          </a:xfrm>
          <a:prstGeom prst="rect">
            <a:avLst/>
          </a:prstGeom>
          <a:noFill/>
          <a:ln w="0">
            <a:noFill/>
          </a:ln>
        </p:spPr>
        <p:style>
          <a:lnRef idx="0"/>
          <a:fillRef idx="0"/>
          <a:effectRef idx="0"/>
          <a:fontRef idx="minor"/>
        </p:style>
        <p:txBody>
          <a:bodyPr lIns="45720" rIns="45720" tIns="27360" bIns="27360" anchor="t">
            <a:spAutoFit/>
          </a:bodyPr>
          <a:p>
            <a:pPr algn="ctr" defTabSz="914400">
              <a:lnSpc>
                <a:spcPct val="100000"/>
              </a:lnSpc>
            </a:pPr>
            <a:r>
              <a:rPr b="0" lang="en-US" sz="1100" spc="-1" strike="noStrike">
                <a:solidFill>
                  <a:srgbClr val="b45f06"/>
                </a:solidFill>
                <a:latin typeface="Arial"/>
              </a:rPr>
              <a:t>[Kinh nghiệm liên quan: dự án, chứng chỉ, giải thưởng]</a:t>
            </a:r>
            <a:endParaRPr b="0" lang="en-US" sz="1100" spc="-1" strike="noStrike">
              <a:solidFill>
                <a:srgbClr val="ffffff"/>
              </a:solidFill>
              <a:latin typeface="Arial"/>
            </a:endParaRPr>
          </a:p>
        </p:txBody>
      </p:sp>
      <p:sp>
        <p:nvSpPr>
          <p:cNvPr id="171" name="Rounded Rectangle 20"/>
          <p:cNvSpPr/>
          <p:nvPr/>
        </p:nvSpPr>
        <p:spPr>
          <a:xfrm>
            <a:off x="7589880" y="2149200"/>
            <a:ext cx="2697120" cy="3565800"/>
          </a:xfrm>
          <a:prstGeom prst="roundRect">
            <a:avLst>
              <a:gd name="adj" fmla="val 6000"/>
            </a:avLst>
          </a:prstGeom>
          <a:solidFill>
            <a:srgbClr val="ffffff"/>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000000"/>
              </a:solidFill>
              <a:latin typeface="Arial"/>
            </a:endParaRPr>
          </a:p>
        </p:txBody>
      </p:sp>
      <p:sp>
        <p:nvSpPr>
          <p:cNvPr id="172" name="Oval 21"/>
          <p:cNvSpPr/>
          <p:nvPr/>
        </p:nvSpPr>
        <p:spPr>
          <a:xfrm>
            <a:off x="8527320" y="2332080"/>
            <a:ext cx="822600" cy="822600"/>
          </a:xfrm>
          <a:prstGeom prst="ellipse">
            <a:avLst/>
          </a:prstGeom>
          <a:solidFill>
            <a:srgbClr val="142a6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2400" spc="-1" strike="noStrike">
                <a:solidFill>
                  <a:srgbClr val="ffffff"/>
                </a:solidFill>
                <a:latin typeface="Arial"/>
              </a:rPr>
              <a:t>?</a:t>
            </a:r>
            <a:endParaRPr b="0" lang="en-US" sz="2400" spc="-1" strike="noStrike">
              <a:solidFill>
                <a:srgbClr val="ffffff"/>
              </a:solidFill>
              <a:latin typeface="Arial"/>
            </a:endParaRPr>
          </a:p>
        </p:txBody>
      </p:sp>
      <p:sp>
        <p:nvSpPr>
          <p:cNvPr id="173" name="TextBox 22"/>
          <p:cNvSpPr/>
          <p:nvPr/>
        </p:nvSpPr>
        <p:spPr>
          <a:xfrm>
            <a:off x="7681320" y="3292200"/>
            <a:ext cx="2514240" cy="282960"/>
          </a:xfrm>
          <a:prstGeom prst="rect">
            <a:avLst/>
          </a:prstGeom>
          <a:noFill/>
          <a:ln w="0">
            <a:noFill/>
          </a:ln>
        </p:spPr>
        <p:style>
          <a:lnRef idx="0"/>
          <a:fillRef idx="0"/>
          <a:effectRef idx="0"/>
          <a:fontRef idx="minor"/>
        </p:style>
        <p:txBody>
          <a:bodyPr lIns="45720" rIns="45720" tIns="27360" bIns="27360" anchor="t">
            <a:spAutoFit/>
          </a:bodyPr>
          <a:p>
            <a:pPr algn="ctr" defTabSz="914400">
              <a:lnSpc>
                <a:spcPct val="100000"/>
              </a:lnSpc>
            </a:pPr>
            <a:r>
              <a:rPr b="1" lang="en-US" sz="1500" spc="-1" strike="noStrike">
                <a:solidFill>
                  <a:srgbClr val="142a6b"/>
                </a:solidFill>
                <a:latin typeface="Arial"/>
              </a:rPr>
              <a:t>Hoàng Hoàng Tuấn</a:t>
            </a:r>
            <a:endParaRPr b="0" lang="en-US" sz="1500" spc="-1" strike="noStrike">
              <a:solidFill>
                <a:srgbClr val="ffffff"/>
              </a:solidFill>
              <a:latin typeface="Arial"/>
            </a:endParaRPr>
          </a:p>
        </p:txBody>
      </p:sp>
      <p:sp>
        <p:nvSpPr>
          <p:cNvPr id="174" name="TextBox 23"/>
          <p:cNvSpPr/>
          <p:nvPr/>
        </p:nvSpPr>
        <p:spPr>
          <a:xfrm>
            <a:off x="7681320" y="3685320"/>
            <a:ext cx="2514240" cy="237240"/>
          </a:xfrm>
          <a:prstGeom prst="rect">
            <a:avLst/>
          </a:prstGeom>
          <a:noFill/>
          <a:ln w="0">
            <a:noFill/>
          </a:ln>
        </p:spPr>
        <p:style>
          <a:lnRef idx="0"/>
          <a:fillRef idx="0"/>
          <a:effectRef idx="0"/>
          <a:fontRef idx="minor"/>
        </p:style>
        <p:txBody>
          <a:bodyPr lIns="45720" rIns="45720" tIns="27360" bIns="27360" anchor="t">
            <a:spAutoFit/>
          </a:bodyPr>
          <a:p>
            <a:pPr algn="ctr" defTabSz="914400">
              <a:lnSpc>
                <a:spcPct val="100000"/>
              </a:lnSpc>
            </a:pPr>
            <a:r>
              <a:rPr b="1" lang="en-US" sz="1200" spc="-1" strike="noStrike">
                <a:solidFill>
                  <a:srgbClr val="088645"/>
                </a:solidFill>
                <a:latin typeface="Arial"/>
              </a:rPr>
              <a:t>Tri thức &amp; Quy trình</a:t>
            </a:r>
            <a:endParaRPr b="0" lang="en-US" sz="1200" spc="-1" strike="noStrike">
              <a:solidFill>
                <a:srgbClr val="ffffff"/>
              </a:solidFill>
              <a:latin typeface="Arial"/>
            </a:endParaRPr>
          </a:p>
        </p:txBody>
      </p:sp>
      <p:sp>
        <p:nvSpPr>
          <p:cNvPr id="175" name="TextBox 24"/>
          <p:cNvSpPr/>
          <p:nvPr/>
        </p:nvSpPr>
        <p:spPr>
          <a:xfrm>
            <a:off x="7727040" y="4069440"/>
            <a:ext cx="2422800" cy="405000"/>
          </a:xfrm>
          <a:prstGeom prst="rect">
            <a:avLst/>
          </a:prstGeom>
          <a:noFill/>
          <a:ln w="0">
            <a:noFill/>
          </a:ln>
        </p:spPr>
        <p:style>
          <a:lnRef idx="0"/>
          <a:fillRef idx="0"/>
          <a:effectRef idx="0"/>
          <a:fontRef idx="minor"/>
        </p:style>
        <p:txBody>
          <a:bodyPr lIns="45720" rIns="45720" tIns="27360" bIns="27360" anchor="t">
            <a:spAutoFit/>
          </a:bodyPr>
          <a:p>
            <a:pPr algn="ctr" defTabSz="914400">
              <a:lnSpc>
                <a:spcPct val="100000"/>
              </a:lnSpc>
            </a:pPr>
            <a:r>
              <a:rPr b="0" lang="en-US" sz="1150" spc="-1" strike="noStrike">
                <a:solidFill>
                  <a:srgbClr val="5a6480"/>
                </a:solidFill>
                <a:latin typeface="Arial"/>
              </a:rPr>
              <a:t>Thiết kế template, phỏng vấn chuyên gia, chuẩn hóa nội dung</a:t>
            </a:r>
            <a:endParaRPr b="0" lang="en-US" sz="1150" spc="-1" strike="noStrike">
              <a:solidFill>
                <a:srgbClr val="ffffff"/>
              </a:solidFill>
              <a:latin typeface="Arial"/>
            </a:endParaRPr>
          </a:p>
        </p:txBody>
      </p:sp>
      <p:sp>
        <p:nvSpPr>
          <p:cNvPr id="176" name="TextBox 25"/>
          <p:cNvSpPr/>
          <p:nvPr/>
        </p:nvSpPr>
        <p:spPr>
          <a:xfrm>
            <a:off x="7727040" y="4892400"/>
            <a:ext cx="2422800" cy="389880"/>
          </a:xfrm>
          <a:prstGeom prst="rect">
            <a:avLst/>
          </a:prstGeom>
          <a:noFill/>
          <a:ln w="0">
            <a:noFill/>
          </a:ln>
        </p:spPr>
        <p:style>
          <a:lnRef idx="0"/>
          <a:fillRef idx="0"/>
          <a:effectRef idx="0"/>
          <a:fontRef idx="minor"/>
        </p:style>
        <p:txBody>
          <a:bodyPr lIns="45720" rIns="45720" tIns="27360" bIns="27360" anchor="t">
            <a:spAutoFit/>
          </a:bodyPr>
          <a:p>
            <a:pPr algn="ctr" defTabSz="914400">
              <a:lnSpc>
                <a:spcPct val="100000"/>
              </a:lnSpc>
            </a:pPr>
            <a:r>
              <a:rPr b="0" lang="en-US" sz="1100" spc="-1" strike="noStrike">
                <a:solidFill>
                  <a:srgbClr val="b45f06"/>
                </a:solidFill>
                <a:latin typeface="Arial"/>
              </a:rPr>
              <a:t>[Kinh nghiệm liên quan: dự án, chứng chỉ, giải thưởng]</a:t>
            </a:r>
            <a:endParaRPr b="0" lang="en-US" sz="1100" spc="-1" strike="noStrike">
              <a:solidFill>
                <a:srgbClr val="ffffff"/>
              </a:solidFill>
              <a:latin typeface="Arial"/>
            </a:endParaRPr>
          </a:p>
        </p:txBody>
      </p:sp>
      <p:sp>
        <p:nvSpPr>
          <p:cNvPr id="177" name="Key message"/>
          <p:cNvSpPr/>
          <p:nvPr/>
        </p:nvSpPr>
        <p:spPr>
          <a:xfrm>
            <a:off x="411480" y="6269760"/>
            <a:ext cx="11338200" cy="25236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300" spc="-1" strike="noStrike">
                <a:solidFill>
                  <a:srgbClr val="ffffff"/>
                </a:solidFill>
                <a:latin typeface="Arial"/>
              </a:rPr>
              <a:t>Phân vai theo đúng chuỗi giá trị: tri thức → dữ liệu → hạ tầng → đánh giá.</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8" name="Picture 2" descr="A blue and green rectangle with a circle and lines&#10;&#10;AI-generated content may be incorrect."/>
          <p:cNvPicPr/>
          <p:nvPr/>
        </p:nvPicPr>
        <p:blipFill>
          <a:blip r:embed="rId1"/>
          <a:srcRect l="0" t="32802" r="0" b="51582"/>
          <a:stretch/>
        </p:blipFill>
        <p:spPr>
          <a:xfrm>
            <a:off x="0" y="5987160"/>
            <a:ext cx="12191760" cy="870480"/>
          </a:xfrm>
          <a:prstGeom prst="rect">
            <a:avLst/>
          </a:prstGeom>
          <a:ln w="0">
            <a:noFill/>
          </a:ln>
        </p:spPr>
      </p:pic>
      <p:sp>
        <p:nvSpPr>
          <p:cNvPr id="179" name="Title 1"/>
          <p:cNvSpPr/>
          <p:nvPr/>
        </p:nvSpPr>
        <p:spPr>
          <a:xfrm>
            <a:off x="6410160" y="246960"/>
            <a:ext cx="5662080" cy="916920"/>
          </a:xfrm>
          <a:prstGeom prst="rect">
            <a:avLst/>
          </a:prstGeom>
          <a:noFill/>
          <a:ln w="0">
            <a:noFill/>
          </a:ln>
        </p:spPr>
        <p:style>
          <a:lnRef idx="0"/>
          <a:fillRef idx="0"/>
          <a:effectRef idx="0"/>
          <a:fontRef idx="minor"/>
        </p:style>
        <p:txBody>
          <a:bodyPr lIns="90000" rIns="90000" tIns="45000" bIns="45000" anchor="t">
            <a:noAutofit/>
          </a:bodyPr>
          <a:p>
            <a:pPr defTabSz="914400">
              <a:lnSpc>
                <a:spcPct val="90000"/>
              </a:lnSpc>
            </a:pPr>
            <a:r>
              <a:rPr b="1" lang="en-US" sz="2600" spc="-1" strike="noStrike">
                <a:solidFill>
                  <a:schemeClr val="lt1"/>
                </a:solidFill>
                <a:latin typeface="Times New Roman"/>
              </a:rPr>
              <a:t>Vấn đề: bí quyết đang mất dần</a:t>
            </a:r>
            <a:endParaRPr b="0" lang="en-US" sz="2600" spc="-1" strike="noStrike">
              <a:solidFill>
                <a:srgbClr val="ffffff"/>
              </a:solidFill>
              <a:latin typeface="Arial"/>
            </a:endParaRPr>
          </a:p>
        </p:txBody>
      </p:sp>
      <p:sp>
        <p:nvSpPr>
          <p:cNvPr id="180" name="Rounded Rectangle 6"/>
          <p:cNvSpPr/>
          <p:nvPr/>
        </p:nvSpPr>
        <p:spPr>
          <a:xfrm>
            <a:off x="411480" y="1371600"/>
            <a:ext cx="3337200" cy="1554120"/>
          </a:xfrm>
          <a:prstGeom prst="roundRect">
            <a:avLst>
              <a:gd name="adj" fmla="val 6000"/>
            </a:avLst>
          </a:prstGeom>
          <a:solidFill>
            <a:srgbClr val="ffffff"/>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000000"/>
              </a:solidFill>
              <a:latin typeface="Arial"/>
            </a:endParaRPr>
          </a:p>
        </p:txBody>
      </p:sp>
      <p:sp>
        <p:nvSpPr>
          <p:cNvPr id="181" name="Oval 7"/>
          <p:cNvSpPr/>
          <p:nvPr/>
        </p:nvSpPr>
        <p:spPr>
          <a:xfrm>
            <a:off x="548640" y="1508760"/>
            <a:ext cx="383760" cy="383760"/>
          </a:xfrm>
          <a:prstGeom prst="ellipse">
            <a:avLst/>
          </a:prstGeom>
          <a:solidFill>
            <a:srgbClr val="142a6b"/>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defTabSz="914400">
              <a:lnSpc>
                <a:spcPct val="100000"/>
              </a:lnSpc>
            </a:pPr>
            <a:r>
              <a:rPr b="1" lang="en-US" sz="1400" spc="-1" strike="noStrike">
                <a:solidFill>
                  <a:srgbClr val="ffffff"/>
                </a:solidFill>
                <a:latin typeface="Arial"/>
              </a:rPr>
              <a:t>1</a:t>
            </a:r>
            <a:endParaRPr b="0" lang="en-US" sz="1400" spc="-1" strike="noStrike">
              <a:solidFill>
                <a:srgbClr val="ffffff"/>
              </a:solidFill>
              <a:latin typeface="Arial"/>
            </a:endParaRPr>
          </a:p>
        </p:txBody>
      </p:sp>
      <p:sp>
        <p:nvSpPr>
          <p:cNvPr id="182" name="TextBox 8"/>
          <p:cNvSpPr/>
          <p:nvPr/>
        </p:nvSpPr>
        <p:spPr>
          <a:xfrm>
            <a:off x="1051560" y="1572120"/>
            <a:ext cx="2605680" cy="27504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450" spc="-1" strike="noStrike">
                <a:solidFill>
                  <a:srgbClr val="142a6b"/>
                </a:solidFill>
                <a:latin typeface="Arial"/>
              </a:rPr>
              <a:t>Chuyên gia quá bận</a:t>
            </a:r>
            <a:endParaRPr b="0" lang="en-US" sz="1450" spc="-1" strike="noStrike">
              <a:solidFill>
                <a:srgbClr val="ffffff"/>
              </a:solidFill>
              <a:latin typeface="Arial"/>
            </a:endParaRPr>
          </a:p>
        </p:txBody>
      </p:sp>
      <p:sp>
        <p:nvSpPr>
          <p:cNvPr id="183" name="TextBox 9"/>
          <p:cNvSpPr/>
          <p:nvPr/>
        </p:nvSpPr>
        <p:spPr>
          <a:xfrm>
            <a:off x="594360" y="2030040"/>
            <a:ext cx="3017160" cy="43524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250" spc="-1" strike="noStrike">
                <a:solidFill>
                  <a:srgbClr val="1a1f36"/>
                </a:solidFill>
                <a:latin typeface="Arial"/>
              </a:rPr>
              <a:t>Không có thời gian ngồi viết tài liệu, nên bí quyết không được ghi lại.</a:t>
            </a:r>
            <a:endParaRPr b="0" lang="en-US" sz="1250" spc="-1" strike="noStrike">
              <a:solidFill>
                <a:srgbClr val="ffffff"/>
              </a:solidFill>
              <a:latin typeface="Arial"/>
            </a:endParaRPr>
          </a:p>
        </p:txBody>
      </p:sp>
      <p:sp>
        <p:nvSpPr>
          <p:cNvPr id="184" name="Rounded Rectangle 10"/>
          <p:cNvSpPr/>
          <p:nvPr/>
        </p:nvSpPr>
        <p:spPr>
          <a:xfrm>
            <a:off x="3931920" y="1371600"/>
            <a:ext cx="3337200" cy="1554120"/>
          </a:xfrm>
          <a:prstGeom prst="roundRect">
            <a:avLst>
              <a:gd name="adj" fmla="val 6000"/>
            </a:avLst>
          </a:prstGeom>
          <a:solidFill>
            <a:srgbClr val="ffffff"/>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000000"/>
              </a:solidFill>
              <a:latin typeface="Arial"/>
            </a:endParaRPr>
          </a:p>
        </p:txBody>
      </p:sp>
      <p:sp>
        <p:nvSpPr>
          <p:cNvPr id="185" name="Oval 11"/>
          <p:cNvSpPr/>
          <p:nvPr/>
        </p:nvSpPr>
        <p:spPr>
          <a:xfrm>
            <a:off x="4069080" y="1508760"/>
            <a:ext cx="383760" cy="383760"/>
          </a:xfrm>
          <a:prstGeom prst="ellipse">
            <a:avLst/>
          </a:prstGeom>
          <a:solidFill>
            <a:srgbClr val="142a6b"/>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defTabSz="914400">
              <a:lnSpc>
                <a:spcPct val="100000"/>
              </a:lnSpc>
            </a:pPr>
            <a:r>
              <a:rPr b="1" lang="en-US" sz="1400" spc="-1" strike="noStrike">
                <a:solidFill>
                  <a:srgbClr val="ffffff"/>
                </a:solidFill>
                <a:latin typeface="Arial"/>
              </a:rPr>
              <a:t>2</a:t>
            </a:r>
            <a:endParaRPr b="0" lang="en-US" sz="1400" spc="-1" strike="noStrike">
              <a:solidFill>
                <a:srgbClr val="ffffff"/>
              </a:solidFill>
              <a:latin typeface="Arial"/>
            </a:endParaRPr>
          </a:p>
        </p:txBody>
      </p:sp>
      <p:sp>
        <p:nvSpPr>
          <p:cNvPr id="186" name="TextBox 12"/>
          <p:cNvSpPr/>
          <p:nvPr/>
        </p:nvSpPr>
        <p:spPr>
          <a:xfrm>
            <a:off x="4572000" y="1572120"/>
            <a:ext cx="2605680" cy="27504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450" spc="-1" strike="noStrike">
                <a:solidFill>
                  <a:srgbClr val="142a6b"/>
                </a:solidFill>
                <a:latin typeface="Arial"/>
              </a:rPr>
              <a:t>Tri thức truyền miệng</a:t>
            </a:r>
            <a:endParaRPr b="0" lang="en-US" sz="1450" spc="-1" strike="noStrike">
              <a:solidFill>
                <a:srgbClr val="ffffff"/>
              </a:solidFill>
              <a:latin typeface="Arial"/>
            </a:endParaRPr>
          </a:p>
        </p:txBody>
      </p:sp>
      <p:sp>
        <p:nvSpPr>
          <p:cNvPr id="187" name="TextBox 13"/>
          <p:cNvSpPr/>
          <p:nvPr/>
        </p:nvSpPr>
        <p:spPr>
          <a:xfrm>
            <a:off x="4114800" y="2030040"/>
            <a:ext cx="3017160" cy="43524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250" spc="-1" strike="noStrike">
                <a:solidFill>
                  <a:srgbClr val="1a1f36"/>
                </a:solidFill>
                <a:latin typeface="Arial"/>
              </a:rPr>
              <a:t>Dễ quên, mỗi người làm một kiểu, không thống nhất giữa các ca và bộ phận.</a:t>
            </a:r>
            <a:endParaRPr b="0" lang="en-US" sz="1250" spc="-1" strike="noStrike">
              <a:solidFill>
                <a:srgbClr val="ffffff"/>
              </a:solidFill>
              <a:latin typeface="Arial"/>
            </a:endParaRPr>
          </a:p>
        </p:txBody>
      </p:sp>
      <p:sp>
        <p:nvSpPr>
          <p:cNvPr id="188" name="Rounded Rectangle 14"/>
          <p:cNvSpPr/>
          <p:nvPr/>
        </p:nvSpPr>
        <p:spPr>
          <a:xfrm>
            <a:off x="411480" y="3063240"/>
            <a:ext cx="3337200" cy="1554120"/>
          </a:xfrm>
          <a:prstGeom prst="roundRect">
            <a:avLst>
              <a:gd name="adj" fmla="val 6000"/>
            </a:avLst>
          </a:prstGeom>
          <a:solidFill>
            <a:srgbClr val="ffffff"/>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000000"/>
              </a:solidFill>
              <a:latin typeface="Arial"/>
            </a:endParaRPr>
          </a:p>
        </p:txBody>
      </p:sp>
      <p:sp>
        <p:nvSpPr>
          <p:cNvPr id="189" name="Oval 15"/>
          <p:cNvSpPr/>
          <p:nvPr/>
        </p:nvSpPr>
        <p:spPr>
          <a:xfrm>
            <a:off x="548640" y="3200400"/>
            <a:ext cx="383760" cy="383760"/>
          </a:xfrm>
          <a:prstGeom prst="ellipse">
            <a:avLst/>
          </a:prstGeom>
          <a:solidFill>
            <a:srgbClr val="142a6b"/>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defTabSz="914400">
              <a:lnSpc>
                <a:spcPct val="100000"/>
              </a:lnSpc>
            </a:pPr>
            <a:r>
              <a:rPr b="1" lang="en-US" sz="1400" spc="-1" strike="noStrike">
                <a:solidFill>
                  <a:srgbClr val="ffffff"/>
                </a:solidFill>
                <a:latin typeface="Arial"/>
              </a:rPr>
              <a:t>3</a:t>
            </a:r>
            <a:endParaRPr b="0" lang="en-US" sz="1400" spc="-1" strike="noStrike">
              <a:solidFill>
                <a:srgbClr val="ffffff"/>
              </a:solidFill>
              <a:latin typeface="Arial"/>
            </a:endParaRPr>
          </a:p>
        </p:txBody>
      </p:sp>
      <p:sp>
        <p:nvSpPr>
          <p:cNvPr id="190" name="TextBox 16"/>
          <p:cNvSpPr/>
          <p:nvPr/>
        </p:nvSpPr>
        <p:spPr>
          <a:xfrm>
            <a:off x="1051560" y="3263760"/>
            <a:ext cx="2605680" cy="27504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450" spc="-1" strike="noStrike">
                <a:solidFill>
                  <a:srgbClr val="142a6b"/>
                </a:solidFill>
                <a:latin typeface="Arial"/>
              </a:rPr>
              <a:t>Kỹ sư mới học chậm</a:t>
            </a:r>
            <a:endParaRPr b="0" lang="en-US" sz="1450" spc="-1" strike="noStrike">
              <a:solidFill>
                <a:srgbClr val="ffffff"/>
              </a:solidFill>
              <a:latin typeface="Arial"/>
            </a:endParaRPr>
          </a:p>
        </p:txBody>
      </p:sp>
      <p:sp>
        <p:nvSpPr>
          <p:cNvPr id="191" name="TextBox 17"/>
          <p:cNvSpPr/>
          <p:nvPr/>
        </p:nvSpPr>
        <p:spPr>
          <a:xfrm>
            <a:off x="594360" y="3721680"/>
            <a:ext cx="3017160" cy="43524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250" spc="-1" strike="noStrike">
                <a:solidFill>
                  <a:srgbClr val="1a1f36"/>
                </a:solidFill>
                <a:latin typeface="Arial"/>
              </a:rPr>
              <a:t>Mất nhiều thời gian để hiểu vấn đề và mắc lại những lỗi cũ đã từng gặp.</a:t>
            </a:r>
            <a:endParaRPr b="0" lang="en-US" sz="1250" spc="-1" strike="noStrike">
              <a:solidFill>
                <a:srgbClr val="ffffff"/>
              </a:solidFill>
              <a:latin typeface="Arial"/>
            </a:endParaRPr>
          </a:p>
        </p:txBody>
      </p:sp>
      <p:sp>
        <p:nvSpPr>
          <p:cNvPr id="192" name="Rounded Rectangle 18"/>
          <p:cNvSpPr/>
          <p:nvPr/>
        </p:nvSpPr>
        <p:spPr>
          <a:xfrm>
            <a:off x="3931920" y="3063240"/>
            <a:ext cx="3337200" cy="1554120"/>
          </a:xfrm>
          <a:prstGeom prst="roundRect">
            <a:avLst>
              <a:gd name="adj" fmla="val 6000"/>
            </a:avLst>
          </a:prstGeom>
          <a:solidFill>
            <a:srgbClr val="ffffff"/>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000000"/>
              </a:solidFill>
              <a:latin typeface="Arial"/>
            </a:endParaRPr>
          </a:p>
        </p:txBody>
      </p:sp>
      <p:sp>
        <p:nvSpPr>
          <p:cNvPr id="193" name="Oval 19"/>
          <p:cNvSpPr/>
          <p:nvPr/>
        </p:nvSpPr>
        <p:spPr>
          <a:xfrm>
            <a:off x="4069080" y="3200400"/>
            <a:ext cx="383760" cy="383760"/>
          </a:xfrm>
          <a:prstGeom prst="ellipse">
            <a:avLst/>
          </a:prstGeom>
          <a:solidFill>
            <a:srgbClr val="142a6b"/>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defTabSz="914400">
              <a:lnSpc>
                <a:spcPct val="100000"/>
              </a:lnSpc>
            </a:pPr>
            <a:r>
              <a:rPr b="1" lang="en-US" sz="1400" spc="-1" strike="noStrike">
                <a:solidFill>
                  <a:srgbClr val="ffffff"/>
                </a:solidFill>
                <a:latin typeface="Arial"/>
              </a:rPr>
              <a:t>4</a:t>
            </a:r>
            <a:endParaRPr b="0" lang="en-US" sz="1400" spc="-1" strike="noStrike">
              <a:solidFill>
                <a:srgbClr val="ffffff"/>
              </a:solidFill>
              <a:latin typeface="Arial"/>
            </a:endParaRPr>
          </a:p>
        </p:txBody>
      </p:sp>
      <p:sp>
        <p:nvSpPr>
          <p:cNvPr id="194" name="TextBox 20"/>
          <p:cNvSpPr/>
          <p:nvPr/>
        </p:nvSpPr>
        <p:spPr>
          <a:xfrm>
            <a:off x="4572000" y="3263760"/>
            <a:ext cx="2605680" cy="27504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450" spc="-1" strike="noStrike">
                <a:solidFill>
                  <a:srgbClr val="142a6b"/>
                </a:solidFill>
                <a:latin typeface="Arial"/>
              </a:rPr>
              <a:t>Chuyên gia nghỉ hưu</a:t>
            </a:r>
            <a:endParaRPr b="0" lang="en-US" sz="1450" spc="-1" strike="noStrike">
              <a:solidFill>
                <a:srgbClr val="ffffff"/>
              </a:solidFill>
              <a:latin typeface="Arial"/>
            </a:endParaRPr>
          </a:p>
        </p:txBody>
      </p:sp>
      <p:sp>
        <p:nvSpPr>
          <p:cNvPr id="195" name="TextBox 21"/>
          <p:cNvSpPr/>
          <p:nvPr/>
        </p:nvSpPr>
        <p:spPr>
          <a:xfrm>
            <a:off x="4114800" y="3721680"/>
            <a:ext cx="3017160" cy="43524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250" spc="-1" strike="noStrike">
                <a:solidFill>
                  <a:srgbClr val="1a1f36"/>
                </a:solidFill>
                <a:latin typeface="Arial"/>
              </a:rPr>
              <a:t>Khi người giỏi rời đi, bí quyết rời đi cùng, không ai kế thừa được.</a:t>
            </a:r>
            <a:endParaRPr b="0" lang="en-US" sz="1250" spc="-1" strike="noStrike">
              <a:solidFill>
                <a:srgbClr val="ffffff"/>
              </a:solidFill>
              <a:latin typeface="Arial"/>
            </a:endParaRPr>
          </a:p>
        </p:txBody>
      </p:sp>
      <p:sp>
        <p:nvSpPr>
          <p:cNvPr id="196" name="TextBox 22"/>
          <p:cNvSpPr/>
          <p:nvPr/>
        </p:nvSpPr>
        <p:spPr>
          <a:xfrm>
            <a:off x="411480" y="4846320"/>
            <a:ext cx="6857640" cy="46548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1" lang="en-US" sz="1350" spc="-1" strike="noStrike">
                <a:solidFill>
                  <a:srgbClr val="088645"/>
                </a:solidFill>
                <a:latin typeface="Arial"/>
              </a:rPr>
              <a:t>Câu hỏi cốt lõi: </a:t>
            </a:r>
            <a:r>
              <a:rPr b="0" lang="en-US" sz="1350" spc="-1" strike="noStrike">
                <a:solidFill>
                  <a:srgbClr val="1a1f36"/>
                </a:solidFill>
                <a:latin typeface="Arial"/>
              </a:rPr>
              <a:t>làm sao để kỹ sư mới tìm lại kinh nghiệm của chuyên gia trong vài chục giây, thay vì vài giờ đi hỏi từng người?</a:t>
            </a:r>
            <a:endParaRPr b="0" lang="en-US" sz="1350" spc="-1" strike="noStrike">
              <a:solidFill>
                <a:srgbClr val="ffffff"/>
              </a:solidFill>
              <a:latin typeface="Arial"/>
            </a:endParaRPr>
          </a:p>
        </p:txBody>
      </p:sp>
      <p:sp>
        <p:nvSpPr>
          <p:cNvPr id="197" name="Rounded Rectangle 23"/>
          <p:cNvSpPr/>
          <p:nvPr/>
        </p:nvSpPr>
        <p:spPr>
          <a:xfrm>
            <a:off x="7635240" y="1371600"/>
            <a:ext cx="4114440" cy="3245760"/>
          </a:xfrm>
          <a:prstGeom prst="roundRect">
            <a:avLst>
              <a:gd name="adj" fmla="val 6000"/>
            </a:avLst>
          </a:prstGeom>
          <a:solidFill>
            <a:srgbClr val="0b1a4a"/>
          </a:solidFill>
          <a:ln>
            <a:noFill/>
          </a:ln>
        </p:spPr>
        <p:style>
          <a:lnRef idx="1">
            <a:schemeClr val="accent1"/>
          </a:lnRef>
          <a:fillRef idx="3">
            <a:schemeClr val="accent1"/>
          </a:fillRef>
          <a:effectRef idx="2">
            <a:schemeClr val="accent1"/>
          </a:effectRef>
          <a:fontRef idx="minor"/>
        </p:style>
        <p:txBody>
          <a:bodyPr lIns="228600" rIns="228600" tIns="91440" bIns="91440" anchor="t">
            <a:noAutofit/>
          </a:bodyPr>
          <a:p>
            <a:pPr defTabSz="914400">
              <a:lnSpc>
                <a:spcPct val="100000"/>
              </a:lnSpc>
              <a:spcAft>
                <a:spcPts val="799"/>
              </a:spcAft>
            </a:pPr>
            <a:r>
              <a:rPr b="1" lang="en-US" sz="1300" spc="-1" strike="noStrike">
                <a:solidFill>
                  <a:srgbClr val="00c858"/>
                </a:solidFill>
                <a:latin typeface="Arial"/>
              </a:rPr>
              <a:t>Ví dụ tri thức đang nằm trong đầu</a:t>
            </a:r>
            <a:endParaRPr b="0" lang="en-US" sz="1300" spc="-1" strike="noStrike">
              <a:solidFill>
                <a:srgbClr val="ffffff"/>
              </a:solidFill>
              <a:latin typeface="Arial"/>
            </a:endParaRPr>
          </a:p>
          <a:p>
            <a:pPr defTabSz="914400">
              <a:lnSpc>
                <a:spcPct val="100000"/>
              </a:lnSpc>
              <a:spcAft>
                <a:spcPts val="799"/>
              </a:spcAft>
            </a:pPr>
            <a:r>
              <a:rPr b="0" i="1" lang="en-US" sz="1400" spc="-1" strike="noStrike">
                <a:solidFill>
                  <a:srgbClr val="ffffff"/>
                </a:solidFill>
                <a:latin typeface="Arial"/>
              </a:rPr>
              <a:t>“</a:t>
            </a:r>
            <a:r>
              <a:rPr b="0" i="1" lang="en-US" sz="1400" spc="-1" strike="noStrike">
                <a:solidFill>
                  <a:srgbClr val="ffffff"/>
                </a:solidFill>
                <a:latin typeface="Arial"/>
              </a:rPr>
              <a:t>Cấu này dễ rung, vị trí sensor này khó bảo trì, khoảng cách này chưa an toàn. Trước đây đã từng gặp lỗi tương tự.”</a:t>
            </a:r>
            <a:endParaRPr b="0" lang="en-US" sz="1400" spc="-1" strike="noStrike">
              <a:solidFill>
                <a:srgbClr val="ffffff"/>
              </a:solidFill>
              <a:latin typeface="Arial"/>
            </a:endParaRPr>
          </a:p>
          <a:p>
            <a:pPr defTabSz="914400">
              <a:lnSpc>
                <a:spcPct val="100000"/>
              </a:lnSpc>
              <a:spcAft>
                <a:spcPts val="1199"/>
              </a:spcAft>
            </a:pPr>
            <a:r>
              <a:rPr b="0" lang="en-US" sz="1000" spc="-1" strike="noStrike">
                <a:solidFill>
                  <a:srgbClr val="b8c4e8"/>
                </a:solidFill>
                <a:latin typeface="Arial"/>
              </a:rPr>
              <a:t>Ví dụ nêu trong workshop kickoff DENSO Factory Hacks 2026</a:t>
            </a:r>
            <a:endParaRPr b="0" lang="en-US" sz="1000" spc="-1" strike="noStrike">
              <a:solidFill>
                <a:srgbClr val="ffffff"/>
              </a:solidFill>
              <a:latin typeface="Arial"/>
            </a:endParaRPr>
          </a:p>
          <a:p>
            <a:pPr defTabSz="914400">
              <a:lnSpc>
                <a:spcPct val="100000"/>
              </a:lnSpc>
              <a:spcAft>
                <a:spcPts val="601"/>
              </a:spcAft>
            </a:pPr>
            <a:r>
              <a:rPr b="1" lang="en-US" sz="1300" spc="-1" strike="noStrike">
                <a:solidFill>
                  <a:srgbClr val="00c858"/>
                </a:solidFill>
                <a:latin typeface="Arial"/>
              </a:rPr>
              <a:t>Hậu quả</a:t>
            </a:r>
            <a:endParaRPr b="0" lang="en-US" sz="1300" spc="-1" strike="noStrike">
              <a:solidFill>
                <a:srgbClr val="ffffff"/>
              </a:solidFill>
              <a:latin typeface="Arial"/>
            </a:endParaRPr>
          </a:p>
          <a:p>
            <a:pPr marL="146160" indent="-146160" defTabSz="914400">
              <a:lnSpc>
                <a:spcPct val="100000"/>
              </a:lnSpc>
              <a:spcAft>
                <a:spcPts val="300"/>
              </a:spcAft>
              <a:buClr>
                <a:srgbClr val="ffffff"/>
              </a:buClr>
              <a:buFont typeface="Symbol" charset="2"/>
              <a:buChar char=""/>
            </a:pPr>
            <a:r>
              <a:rPr b="0" lang="en-US" sz="1200" spc="-1" strike="noStrike">
                <a:solidFill>
                  <a:srgbClr val="ffffff"/>
                </a:solidFill>
                <a:latin typeface="Arial"/>
              </a:rPr>
              <a:t>Học chậm, lặp lại lỗi cũ</a:t>
            </a:r>
            <a:endParaRPr b="0" lang="en-US" sz="1200" spc="-1" strike="noStrike">
              <a:solidFill>
                <a:srgbClr val="ffffff"/>
              </a:solidFill>
              <a:latin typeface="Arial"/>
            </a:endParaRPr>
          </a:p>
          <a:p>
            <a:pPr marL="146160" indent="-146160" defTabSz="914400">
              <a:lnSpc>
                <a:spcPct val="100000"/>
              </a:lnSpc>
              <a:spcAft>
                <a:spcPts val="300"/>
              </a:spcAft>
              <a:buClr>
                <a:srgbClr val="ffffff"/>
              </a:buClr>
              <a:buFont typeface="Symbol" charset="2"/>
              <a:buChar char=""/>
            </a:pPr>
            <a:r>
              <a:rPr b="0" lang="en-US" sz="1200" spc="-1" strike="noStrike">
                <a:solidFill>
                  <a:srgbClr val="ffffff"/>
                </a:solidFill>
                <a:latin typeface="Arial"/>
              </a:rPr>
              <a:t>Công việc gián đoạn khi vắng chuyên gia</a:t>
            </a:r>
            <a:endParaRPr b="0" lang="en-US" sz="1200" spc="-1" strike="noStrike">
              <a:solidFill>
                <a:srgbClr val="ffffff"/>
              </a:solidFill>
              <a:latin typeface="Arial"/>
            </a:endParaRPr>
          </a:p>
          <a:p>
            <a:pPr marL="146160" indent="-146160" defTabSz="914400">
              <a:lnSpc>
                <a:spcPct val="100000"/>
              </a:lnSpc>
              <a:buClr>
                <a:srgbClr val="ffffff"/>
              </a:buClr>
              <a:buFont typeface="Symbol" charset="2"/>
              <a:buChar char=""/>
            </a:pPr>
            <a:r>
              <a:rPr b="0" lang="en-US" sz="1200" spc="-1" strike="noStrike">
                <a:solidFill>
                  <a:srgbClr val="ffffff"/>
                </a:solidFill>
                <a:latin typeface="Arial"/>
              </a:rPr>
              <a:t>Tốn thời gian, chi phí; chất lượng không ổn định</a:t>
            </a:r>
            <a:endParaRPr b="0" lang="en-US" sz="1200" spc="-1" strike="noStrike">
              <a:solidFill>
                <a:srgbClr val="ffffff"/>
              </a:solidFill>
              <a:latin typeface="Arial"/>
            </a:endParaRPr>
          </a:p>
        </p:txBody>
      </p:sp>
      <p:sp>
        <p:nvSpPr>
          <p:cNvPr id="198" name="Key message"/>
          <p:cNvSpPr/>
          <p:nvPr/>
        </p:nvSpPr>
        <p:spPr>
          <a:xfrm>
            <a:off x="411480" y="6269760"/>
            <a:ext cx="11338200" cy="25236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300" spc="-1" strike="noStrike">
                <a:solidFill>
                  <a:srgbClr val="ffffff"/>
                </a:solidFill>
                <a:latin typeface="Arial"/>
              </a:rPr>
              <a:t>Tri thức quý của chuyên gia đang thất thoát mỗi ngày và chưa thể tái sử dụng cho thế hệ kỹ sư sau.</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9" name="Picture 6" descr="A blue and green rectangle with a circle and lines&#10;&#10;AI-generated content may be incorrect."/>
          <p:cNvPicPr/>
          <p:nvPr/>
        </p:nvPicPr>
        <p:blipFill>
          <a:blip r:embed="rId1"/>
          <a:srcRect l="0" t="32802" r="0" b="51582"/>
          <a:stretch/>
        </p:blipFill>
        <p:spPr>
          <a:xfrm>
            <a:off x="0" y="5987160"/>
            <a:ext cx="12191760" cy="870480"/>
          </a:xfrm>
          <a:prstGeom prst="rect">
            <a:avLst/>
          </a:prstGeom>
          <a:ln w="0">
            <a:noFill/>
          </a:ln>
        </p:spPr>
      </p:pic>
      <p:sp>
        <p:nvSpPr>
          <p:cNvPr id="200" name="PlaceHolder 1"/>
          <p:cNvSpPr>
            <a:spLocks noGrp="1"/>
          </p:cNvSpPr>
          <p:nvPr>
            <p:ph type="title"/>
          </p:nvPr>
        </p:nvSpPr>
        <p:spPr>
          <a:xfrm>
            <a:off x="5911200" y="237960"/>
            <a:ext cx="10515240" cy="1325160"/>
          </a:xfrm>
          <a:prstGeom prst="rect">
            <a:avLst/>
          </a:prstGeom>
          <a:noFill/>
          <a:ln w="0">
            <a:noFill/>
          </a:ln>
        </p:spPr>
        <p:txBody>
          <a:bodyPr lIns="90000" rIns="90000" tIns="45000" bIns="45000" anchor="t">
            <a:noAutofit/>
          </a:bodyPr>
          <a:p>
            <a:pPr indent="0" defTabSz="914400">
              <a:lnSpc>
                <a:spcPct val="90000"/>
              </a:lnSpc>
              <a:buNone/>
            </a:pPr>
            <a:r>
              <a:rPr b="1" lang="en-US" sz="2600" spc="-1" strike="noStrike">
                <a:solidFill>
                  <a:schemeClr val="lt1"/>
                </a:solidFill>
                <a:latin typeface="Times New Roman"/>
              </a:rPr>
              <a:t>Giải pháp: KnowHow Capture</a:t>
            </a:r>
            <a:endParaRPr b="0" lang="en-US" sz="2600" spc="-1" strike="noStrike">
              <a:solidFill>
                <a:schemeClr val="dk1"/>
              </a:solidFill>
              <a:latin typeface="Calibri"/>
            </a:endParaRPr>
          </a:p>
        </p:txBody>
      </p:sp>
      <p:sp>
        <p:nvSpPr>
          <p:cNvPr id="201" name="Rounded Rectangle 7"/>
          <p:cNvSpPr/>
          <p:nvPr/>
        </p:nvSpPr>
        <p:spPr>
          <a:xfrm>
            <a:off x="411480" y="1371600"/>
            <a:ext cx="2605680" cy="187416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000000"/>
              </a:solidFill>
              <a:latin typeface="Arial"/>
            </a:endParaRPr>
          </a:p>
        </p:txBody>
      </p:sp>
      <p:sp>
        <p:nvSpPr>
          <p:cNvPr id="202" name="Oval 8"/>
          <p:cNvSpPr/>
          <p:nvPr/>
        </p:nvSpPr>
        <p:spPr>
          <a:xfrm>
            <a:off x="548640" y="1508760"/>
            <a:ext cx="383760" cy="383760"/>
          </a:xfrm>
          <a:prstGeom prst="ellipse">
            <a:avLst/>
          </a:prstGeom>
          <a:solidFill>
            <a:srgbClr val="142a6b"/>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defTabSz="914400">
              <a:lnSpc>
                <a:spcPct val="100000"/>
              </a:lnSpc>
            </a:pPr>
            <a:r>
              <a:rPr b="1" lang="en-US" sz="1400" spc="-1" strike="noStrike">
                <a:solidFill>
                  <a:srgbClr val="ffffff"/>
                </a:solidFill>
                <a:latin typeface="Arial"/>
              </a:rPr>
              <a:t>1</a:t>
            </a:r>
            <a:endParaRPr b="0" lang="en-US" sz="1400" spc="-1" strike="noStrike">
              <a:solidFill>
                <a:srgbClr val="ffffff"/>
              </a:solidFill>
              <a:latin typeface="Arial"/>
            </a:endParaRPr>
          </a:p>
        </p:txBody>
      </p:sp>
      <p:sp>
        <p:nvSpPr>
          <p:cNvPr id="203" name="TextBox 9"/>
          <p:cNvSpPr/>
          <p:nvPr/>
        </p:nvSpPr>
        <p:spPr>
          <a:xfrm>
            <a:off x="1051560" y="1568520"/>
            <a:ext cx="1874160" cy="28260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500" spc="-1" strike="noStrike">
                <a:solidFill>
                  <a:srgbClr val="142a6b"/>
                </a:solidFill>
                <a:latin typeface="Arial"/>
              </a:rPr>
              <a:t>Ghi nhận</a:t>
            </a:r>
            <a:endParaRPr b="0" lang="en-US" sz="1500" spc="-1" strike="noStrike">
              <a:solidFill>
                <a:srgbClr val="ffffff"/>
              </a:solidFill>
              <a:latin typeface="Arial"/>
            </a:endParaRPr>
          </a:p>
        </p:txBody>
      </p:sp>
      <p:sp>
        <p:nvSpPr>
          <p:cNvPr id="204" name="TextBox 10"/>
          <p:cNvSpPr/>
          <p:nvPr/>
        </p:nvSpPr>
        <p:spPr>
          <a:xfrm>
            <a:off x="548640" y="2030040"/>
            <a:ext cx="2331360" cy="78588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200" spc="-1" strike="noStrike">
                <a:solidFill>
                  <a:srgbClr val="1a1f36"/>
                </a:solidFill>
                <a:latin typeface="Arial"/>
              </a:rPr>
              <a:t>Chuyên gia nói hoặc ghi chú ngắn (transcript, memo); có thể nhập log CSV/XLSX. Không phải soạn tài liệu.</a:t>
            </a:r>
            <a:endParaRPr b="0" lang="en-US" sz="1200" spc="-1" strike="noStrike">
              <a:solidFill>
                <a:srgbClr val="ffffff"/>
              </a:solidFill>
              <a:latin typeface="Arial"/>
            </a:endParaRPr>
          </a:p>
        </p:txBody>
      </p:sp>
      <p:sp>
        <p:nvSpPr>
          <p:cNvPr id="205" name="Right Arrow 11"/>
          <p:cNvSpPr/>
          <p:nvPr/>
        </p:nvSpPr>
        <p:spPr>
          <a:xfrm>
            <a:off x="3035880" y="2121480"/>
            <a:ext cx="273960" cy="328680"/>
          </a:xfrm>
          <a:prstGeom prst="rightArrow">
            <a:avLst>
              <a:gd name="adj1" fmla="val 50000"/>
              <a:gd name="adj2" fmla="val 50000"/>
            </a:avLst>
          </a:prstGeom>
          <a:solidFill>
            <a:srgbClr val="00c85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06" name="Rounded Rectangle 12"/>
          <p:cNvSpPr/>
          <p:nvPr/>
        </p:nvSpPr>
        <p:spPr>
          <a:xfrm>
            <a:off x="3319200" y="1371600"/>
            <a:ext cx="2605680" cy="187416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000000"/>
              </a:solidFill>
              <a:latin typeface="Arial"/>
            </a:endParaRPr>
          </a:p>
        </p:txBody>
      </p:sp>
      <p:sp>
        <p:nvSpPr>
          <p:cNvPr id="207" name="Oval 13"/>
          <p:cNvSpPr/>
          <p:nvPr/>
        </p:nvSpPr>
        <p:spPr>
          <a:xfrm>
            <a:off x="3456360" y="1508760"/>
            <a:ext cx="383760" cy="383760"/>
          </a:xfrm>
          <a:prstGeom prst="ellipse">
            <a:avLst/>
          </a:prstGeom>
          <a:solidFill>
            <a:srgbClr val="142a6b"/>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defTabSz="914400">
              <a:lnSpc>
                <a:spcPct val="100000"/>
              </a:lnSpc>
            </a:pPr>
            <a:r>
              <a:rPr b="1" lang="en-US" sz="1400" spc="-1" strike="noStrike">
                <a:solidFill>
                  <a:srgbClr val="ffffff"/>
                </a:solidFill>
                <a:latin typeface="Arial"/>
              </a:rPr>
              <a:t>2</a:t>
            </a:r>
            <a:endParaRPr b="0" lang="en-US" sz="1400" spc="-1" strike="noStrike">
              <a:solidFill>
                <a:srgbClr val="ffffff"/>
              </a:solidFill>
              <a:latin typeface="Arial"/>
            </a:endParaRPr>
          </a:p>
        </p:txBody>
      </p:sp>
      <p:sp>
        <p:nvSpPr>
          <p:cNvPr id="208" name="TextBox 14"/>
          <p:cNvSpPr/>
          <p:nvPr/>
        </p:nvSpPr>
        <p:spPr>
          <a:xfrm>
            <a:off x="3959280" y="1568520"/>
            <a:ext cx="1874160" cy="28260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500" spc="-1" strike="noStrike">
                <a:solidFill>
                  <a:srgbClr val="142a6b"/>
                </a:solidFill>
                <a:latin typeface="Arial"/>
              </a:rPr>
              <a:t>Chuẩn hóa</a:t>
            </a:r>
            <a:endParaRPr b="0" lang="en-US" sz="1500" spc="-1" strike="noStrike">
              <a:solidFill>
                <a:srgbClr val="ffffff"/>
              </a:solidFill>
              <a:latin typeface="Arial"/>
            </a:endParaRPr>
          </a:p>
        </p:txBody>
      </p:sp>
      <p:sp>
        <p:nvSpPr>
          <p:cNvPr id="209" name="TextBox 15"/>
          <p:cNvSpPr/>
          <p:nvPr/>
        </p:nvSpPr>
        <p:spPr>
          <a:xfrm>
            <a:off x="3456360" y="2030040"/>
            <a:ext cx="2331360" cy="60300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200" spc="-1" strike="noStrike">
                <a:solidFill>
                  <a:srgbClr val="1a1f36"/>
                </a:solidFill>
                <a:latin typeface="Arial"/>
              </a:rPr>
              <a:t>LLM bóc tách thành thẻ tri thức theo schema, báo trường còn thiếu; người dùng sửa rồi mới lưu.</a:t>
            </a:r>
            <a:endParaRPr b="0" lang="en-US" sz="1200" spc="-1" strike="noStrike">
              <a:solidFill>
                <a:srgbClr val="ffffff"/>
              </a:solidFill>
              <a:latin typeface="Arial"/>
            </a:endParaRPr>
          </a:p>
        </p:txBody>
      </p:sp>
      <p:sp>
        <p:nvSpPr>
          <p:cNvPr id="210" name="Right Arrow 16"/>
          <p:cNvSpPr/>
          <p:nvPr/>
        </p:nvSpPr>
        <p:spPr>
          <a:xfrm>
            <a:off x="5943600" y="2121480"/>
            <a:ext cx="273960" cy="328680"/>
          </a:xfrm>
          <a:prstGeom prst="rightArrow">
            <a:avLst>
              <a:gd name="adj1" fmla="val 50000"/>
              <a:gd name="adj2" fmla="val 50000"/>
            </a:avLst>
          </a:prstGeom>
          <a:solidFill>
            <a:srgbClr val="00c85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11" name="Rounded Rectangle 17"/>
          <p:cNvSpPr/>
          <p:nvPr/>
        </p:nvSpPr>
        <p:spPr>
          <a:xfrm>
            <a:off x="6226920" y="1371600"/>
            <a:ext cx="2605680" cy="187416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000000"/>
              </a:solidFill>
              <a:latin typeface="Arial"/>
            </a:endParaRPr>
          </a:p>
        </p:txBody>
      </p:sp>
      <p:sp>
        <p:nvSpPr>
          <p:cNvPr id="212" name="Oval 18"/>
          <p:cNvSpPr/>
          <p:nvPr/>
        </p:nvSpPr>
        <p:spPr>
          <a:xfrm>
            <a:off x="6364080" y="1508760"/>
            <a:ext cx="383760" cy="383760"/>
          </a:xfrm>
          <a:prstGeom prst="ellipse">
            <a:avLst/>
          </a:prstGeom>
          <a:solidFill>
            <a:srgbClr val="142a6b"/>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defTabSz="914400">
              <a:lnSpc>
                <a:spcPct val="100000"/>
              </a:lnSpc>
            </a:pPr>
            <a:r>
              <a:rPr b="1" lang="en-US" sz="1400" spc="-1" strike="noStrike">
                <a:solidFill>
                  <a:srgbClr val="ffffff"/>
                </a:solidFill>
                <a:latin typeface="Arial"/>
              </a:rPr>
              <a:t>3</a:t>
            </a:r>
            <a:endParaRPr b="0" lang="en-US" sz="1400" spc="-1" strike="noStrike">
              <a:solidFill>
                <a:srgbClr val="ffffff"/>
              </a:solidFill>
              <a:latin typeface="Arial"/>
            </a:endParaRPr>
          </a:p>
        </p:txBody>
      </p:sp>
      <p:sp>
        <p:nvSpPr>
          <p:cNvPr id="213" name="TextBox 19"/>
          <p:cNvSpPr/>
          <p:nvPr/>
        </p:nvSpPr>
        <p:spPr>
          <a:xfrm>
            <a:off x="6867000" y="1568520"/>
            <a:ext cx="1874160" cy="28260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500" spc="-1" strike="noStrike">
                <a:solidFill>
                  <a:srgbClr val="142a6b"/>
                </a:solidFill>
                <a:latin typeface="Arial"/>
              </a:rPr>
              <a:t>Lưu trữ</a:t>
            </a:r>
            <a:endParaRPr b="0" lang="en-US" sz="1500" spc="-1" strike="noStrike">
              <a:solidFill>
                <a:srgbClr val="ffffff"/>
              </a:solidFill>
              <a:latin typeface="Arial"/>
            </a:endParaRPr>
          </a:p>
        </p:txBody>
      </p:sp>
      <p:sp>
        <p:nvSpPr>
          <p:cNvPr id="214" name="TextBox 20"/>
          <p:cNvSpPr/>
          <p:nvPr/>
        </p:nvSpPr>
        <p:spPr>
          <a:xfrm>
            <a:off x="6364080" y="2030040"/>
            <a:ext cx="2331360" cy="60300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200" spc="-1" strike="noStrike">
                <a:solidFill>
                  <a:srgbClr val="1a1f36"/>
                </a:solidFill>
                <a:latin typeface="Arial"/>
              </a:rPr>
              <a:t>Thẻ có metadata (lĩnh vực, thiết bị, tag, tác giả); BM25 và vector index được lập lại ngay trong phiên.</a:t>
            </a:r>
            <a:endParaRPr b="0" lang="en-US" sz="1200" spc="-1" strike="noStrike">
              <a:solidFill>
                <a:srgbClr val="ffffff"/>
              </a:solidFill>
              <a:latin typeface="Arial"/>
            </a:endParaRPr>
          </a:p>
        </p:txBody>
      </p:sp>
      <p:sp>
        <p:nvSpPr>
          <p:cNvPr id="215" name="Right Arrow 21"/>
          <p:cNvSpPr/>
          <p:nvPr/>
        </p:nvSpPr>
        <p:spPr>
          <a:xfrm>
            <a:off x="8851320" y="2121480"/>
            <a:ext cx="273960" cy="328680"/>
          </a:xfrm>
          <a:prstGeom prst="rightArrow">
            <a:avLst>
              <a:gd name="adj1" fmla="val 50000"/>
              <a:gd name="adj2" fmla="val 50000"/>
            </a:avLst>
          </a:prstGeom>
          <a:solidFill>
            <a:srgbClr val="00c85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16" name="Rounded Rectangle 22"/>
          <p:cNvSpPr/>
          <p:nvPr/>
        </p:nvSpPr>
        <p:spPr>
          <a:xfrm>
            <a:off x="9135000" y="1371600"/>
            <a:ext cx="2605680" cy="187416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000000"/>
              </a:solidFill>
              <a:latin typeface="Arial"/>
            </a:endParaRPr>
          </a:p>
        </p:txBody>
      </p:sp>
      <p:sp>
        <p:nvSpPr>
          <p:cNvPr id="217" name="Oval 23"/>
          <p:cNvSpPr/>
          <p:nvPr/>
        </p:nvSpPr>
        <p:spPr>
          <a:xfrm>
            <a:off x="9272160" y="1508760"/>
            <a:ext cx="383760" cy="383760"/>
          </a:xfrm>
          <a:prstGeom prst="ellipse">
            <a:avLst/>
          </a:prstGeom>
          <a:solidFill>
            <a:srgbClr val="142a6b"/>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defTabSz="914400">
              <a:lnSpc>
                <a:spcPct val="100000"/>
              </a:lnSpc>
            </a:pPr>
            <a:r>
              <a:rPr b="1" lang="en-US" sz="1400" spc="-1" strike="noStrike">
                <a:solidFill>
                  <a:srgbClr val="ffffff"/>
                </a:solidFill>
                <a:latin typeface="Arial"/>
              </a:rPr>
              <a:t>4</a:t>
            </a:r>
            <a:endParaRPr b="0" lang="en-US" sz="1400" spc="-1" strike="noStrike">
              <a:solidFill>
                <a:srgbClr val="ffffff"/>
              </a:solidFill>
              <a:latin typeface="Arial"/>
            </a:endParaRPr>
          </a:p>
        </p:txBody>
      </p:sp>
      <p:sp>
        <p:nvSpPr>
          <p:cNvPr id="218" name="TextBox 24"/>
          <p:cNvSpPr/>
          <p:nvPr/>
        </p:nvSpPr>
        <p:spPr>
          <a:xfrm>
            <a:off x="9775080" y="1568520"/>
            <a:ext cx="1874160" cy="28260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500" spc="-1" strike="noStrike">
                <a:solidFill>
                  <a:srgbClr val="142a6b"/>
                </a:solidFill>
                <a:latin typeface="Arial"/>
              </a:rPr>
              <a:t>Gợi ý</a:t>
            </a:r>
            <a:endParaRPr b="0" lang="en-US" sz="1500" spc="-1" strike="noStrike">
              <a:solidFill>
                <a:srgbClr val="ffffff"/>
              </a:solidFill>
              <a:latin typeface="Arial"/>
            </a:endParaRPr>
          </a:p>
        </p:txBody>
      </p:sp>
      <p:sp>
        <p:nvSpPr>
          <p:cNvPr id="219" name="TextBox 25"/>
          <p:cNvSpPr/>
          <p:nvPr/>
        </p:nvSpPr>
        <p:spPr>
          <a:xfrm>
            <a:off x="9272160" y="2030040"/>
            <a:ext cx="2331360" cy="60300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200" spc="-1" strike="noStrike">
                <a:solidFill>
                  <a:srgbClr val="1a1f36"/>
                </a:solidFill>
                <a:latin typeface="Arial"/>
              </a:rPr>
              <a:t>Hybrid retrieval (BM25 + semantic + RRF) → cổng OOS → LLM trả lời có căn cứ, kèm nguồn.</a:t>
            </a:r>
            <a:endParaRPr b="0" lang="en-US" sz="1200" spc="-1" strike="noStrike">
              <a:solidFill>
                <a:srgbClr val="ffffff"/>
              </a:solidFill>
              <a:latin typeface="Arial"/>
            </a:endParaRPr>
          </a:p>
        </p:txBody>
      </p:sp>
      <p:sp>
        <p:nvSpPr>
          <p:cNvPr id="220" name="Rounded Rectangle 26"/>
          <p:cNvSpPr/>
          <p:nvPr/>
        </p:nvSpPr>
        <p:spPr>
          <a:xfrm>
            <a:off x="411480" y="3474720"/>
            <a:ext cx="6034680" cy="2331360"/>
          </a:xfrm>
          <a:prstGeom prst="roundRect">
            <a:avLst>
              <a:gd name="adj" fmla="val 6000"/>
            </a:avLst>
          </a:prstGeom>
          <a:solidFill>
            <a:srgbClr val="ffffff"/>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000000"/>
              </a:solidFill>
              <a:latin typeface="Arial"/>
            </a:endParaRPr>
          </a:p>
        </p:txBody>
      </p:sp>
      <p:sp>
        <p:nvSpPr>
          <p:cNvPr id="221" name="TextBox 27"/>
          <p:cNvSpPr/>
          <p:nvPr/>
        </p:nvSpPr>
        <p:spPr>
          <a:xfrm>
            <a:off x="594360" y="3566160"/>
            <a:ext cx="5668920" cy="26784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1" lang="en-US" sz="1400" spc="-1" strike="noStrike">
                <a:solidFill>
                  <a:srgbClr val="142a6b"/>
                </a:solidFill>
                <a:latin typeface="Arial"/>
              </a:rPr>
              <a:t>Thẻ tri thức – schema chuẩn</a:t>
            </a:r>
            <a:endParaRPr b="0" lang="en-US" sz="1400" spc="-1" strike="noStrike">
              <a:solidFill>
                <a:srgbClr val="ffffff"/>
              </a:solidFill>
              <a:latin typeface="Arial"/>
            </a:endParaRPr>
          </a:p>
        </p:txBody>
      </p:sp>
      <p:sp>
        <p:nvSpPr>
          <p:cNvPr id="222" name="Rounded Rectangle 28"/>
          <p:cNvSpPr/>
          <p:nvPr/>
        </p:nvSpPr>
        <p:spPr>
          <a:xfrm>
            <a:off x="594360" y="4023360"/>
            <a:ext cx="1782720" cy="475200"/>
          </a:xfrm>
          <a:prstGeom prst="roundRect">
            <a:avLst>
              <a:gd name="adj" fmla="val 6000"/>
            </a:avLst>
          </a:prstGeom>
          <a:solidFill>
            <a:srgbClr val="e4f8ec"/>
          </a:solidFill>
          <a:ln>
            <a:noFill/>
          </a:ln>
        </p:spPr>
        <p:style>
          <a:lnRef idx="1">
            <a:schemeClr val="accent1"/>
          </a:lnRef>
          <a:fillRef idx="3">
            <a:schemeClr val="accent1"/>
          </a:fillRef>
          <a:effectRef idx="2">
            <a:schemeClr val="accent1"/>
          </a:effectRef>
          <a:fontRef idx="minor"/>
        </p:style>
        <p:txBody>
          <a:bodyPr lIns="45720" rIns="45720" tIns="91440" bIns="91440" anchor="ctr">
            <a:noAutofit/>
          </a:bodyPr>
          <a:p>
            <a:pPr algn="ctr" defTabSz="914400">
              <a:lnSpc>
                <a:spcPct val="100000"/>
              </a:lnSpc>
            </a:pPr>
            <a:r>
              <a:rPr b="1" lang="en-US" sz="1150" spc="-1" strike="noStrike">
                <a:solidFill>
                  <a:srgbClr val="088645"/>
                </a:solidFill>
                <a:latin typeface="Arial"/>
              </a:rPr>
              <a:t>Triệu chứng</a:t>
            </a:r>
            <a:endParaRPr b="0" lang="en-US" sz="1150" spc="-1" strike="noStrike">
              <a:solidFill>
                <a:srgbClr val="000000"/>
              </a:solidFill>
              <a:latin typeface="Arial"/>
            </a:endParaRPr>
          </a:p>
        </p:txBody>
      </p:sp>
      <p:sp>
        <p:nvSpPr>
          <p:cNvPr id="223" name="Rounded Rectangle 29"/>
          <p:cNvSpPr/>
          <p:nvPr/>
        </p:nvSpPr>
        <p:spPr>
          <a:xfrm>
            <a:off x="2468880" y="4023360"/>
            <a:ext cx="1782720" cy="475200"/>
          </a:xfrm>
          <a:prstGeom prst="roundRect">
            <a:avLst>
              <a:gd name="adj" fmla="val 6000"/>
            </a:avLst>
          </a:prstGeom>
          <a:solidFill>
            <a:srgbClr val="e4f8ec"/>
          </a:solidFill>
          <a:ln>
            <a:noFill/>
          </a:ln>
        </p:spPr>
        <p:style>
          <a:lnRef idx="1">
            <a:schemeClr val="accent1"/>
          </a:lnRef>
          <a:fillRef idx="3">
            <a:schemeClr val="accent1"/>
          </a:fillRef>
          <a:effectRef idx="2">
            <a:schemeClr val="accent1"/>
          </a:effectRef>
          <a:fontRef idx="minor"/>
        </p:style>
        <p:txBody>
          <a:bodyPr lIns="45720" rIns="45720" tIns="91440" bIns="91440" anchor="ctr">
            <a:noAutofit/>
          </a:bodyPr>
          <a:p>
            <a:pPr algn="ctr" defTabSz="914400">
              <a:lnSpc>
                <a:spcPct val="100000"/>
              </a:lnSpc>
            </a:pPr>
            <a:r>
              <a:rPr b="1" lang="en-US" sz="1150" spc="-1" strike="noStrike">
                <a:solidFill>
                  <a:srgbClr val="088645"/>
                </a:solidFill>
                <a:latin typeface="Arial"/>
              </a:rPr>
              <a:t>Quan sát chuyên gia</a:t>
            </a:r>
            <a:endParaRPr b="0" lang="en-US" sz="1150" spc="-1" strike="noStrike">
              <a:solidFill>
                <a:srgbClr val="000000"/>
              </a:solidFill>
              <a:latin typeface="Arial"/>
            </a:endParaRPr>
          </a:p>
        </p:txBody>
      </p:sp>
      <p:sp>
        <p:nvSpPr>
          <p:cNvPr id="224" name="Rounded Rectangle 30"/>
          <p:cNvSpPr/>
          <p:nvPr/>
        </p:nvSpPr>
        <p:spPr>
          <a:xfrm>
            <a:off x="4343400" y="4023360"/>
            <a:ext cx="1782720" cy="475200"/>
          </a:xfrm>
          <a:prstGeom prst="roundRect">
            <a:avLst>
              <a:gd name="adj" fmla="val 6000"/>
            </a:avLst>
          </a:prstGeom>
          <a:solidFill>
            <a:srgbClr val="e4f8ec"/>
          </a:solidFill>
          <a:ln>
            <a:noFill/>
          </a:ln>
        </p:spPr>
        <p:style>
          <a:lnRef idx="1">
            <a:schemeClr val="accent1"/>
          </a:lnRef>
          <a:fillRef idx="3">
            <a:schemeClr val="accent1"/>
          </a:fillRef>
          <a:effectRef idx="2">
            <a:schemeClr val="accent1"/>
          </a:effectRef>
          <a:fontRef idx="minor"/>
        </p:style>
        <p:txBody>
          <a:bodyPr lIns="45720" rIns="45720" tIns="91440" bIns="91440" anchor="ctr">
            <a:noAutofit/>
          </a:bodyPr>
          <a:p>
            <a:pPr algn="ctr" defTabSz="914400">
              <a:lnSpc>
                <a:spcPct val="100000"/>
              </a:lnSpc>
            </a:pPr>
            <a:r>
              <a:rPr b="1" lang="en-US" sz="1150" spc="-1" strike="noStrike">
                <a:solidFill>
                  <a:srgbClr val="088645"/>
                </a:solidFill>
                <a:latin typeface="Arial"/>
              </a:rPr>
              <a:t>Nguyên nhân gốc</a:t>
            </a:r>
            <a:endParaRPr b="0" lang="en-US" sz="1150" spc="-1" strike="noStrike">
              <a:solidFill>
                <a:srgbClr val="000000"/>
              </a:solidFill>
              <a:latin typeface="Arial"/>
            </a:endParaRPr>
          </a:p>
        </p:txBody>
      </p:sp>
      <p:sp>
        <p:nvSpPr>
          <p:cNvPr id="225" name="Rounded Rectangle 31"/>
          <p:cNvSpPr/>
          <p:nvPr/>
        </p:nvSpPr>
        <p:spPr>
          <a:xfrm>
            <a:off x="594360" y="4590360"/>
            <a:ext cx="1782720" cy="475200"/>
          </a:xfrm>
          <a:prstGeom prst="roundRect">
            <a:avLst>
              <a:gd name="adj" fmla="val 6000"/>
            </a:avLst>
          </a:prstGeom>
          <a:solidFill>
            <a:srgbClr val="e4f8ec"/>
          </a:solidFill>
          <a:ln>
            <a:noFill/>
          </a:ln>
        </p:spPr>
        <p:style>
          <a:lnRef idx="1">
            <a:schemeClr val="accent1"/>
          </a:lnRef>
          <a:fillRef idx="3">
            <a:schemeClr val="accent1"/>
          </a:fillRef>
          <a:effectRef idx="2">
            <a:schemeClr val="accent1"/>
          </a:effectRef>
          <a:fontRef idx="minor"/>
        </p:style>
        <p:txBody>
          <a:bodyPr lIns="45720" rIns="45720" tIns="91440" bIns="91440" anchor="ctr">
            <a:noAutofit/>
          </a:bodyPr>
          <a:p>
            <a:pPr algn="ctr" defTabSz="914400">
              <a:lnSpc>
                <a:spcPct val="100000"/>
              </a:lnSpc>
            </a:pPr>
            <a:r>
              <a:rPr b="1" lang="en-US" sz="1150" spc="-1" strike="noStrike">
                <a:solidFill>
                  <a:srgbClr val="088645"/>
                </a:solidFill>
                <a:latin typeface="Arial"/>
              </a:rPr>
              <a:t>Hành động xử lý</a:t>
            </a:r>
            <a:endParaRPr b="0" lang="en-US" sz="1150" spc="-1" strike="noStrike">
              <a:solidFill>
                <a:srgbClr val="000000"/>
              </a:solidFill>
              <a:latin typeface="Arial"/>
            </a:endParaRPr>
          </a:p>
        </p:txBody>
      </p:sp>
      <p:sp>
        <p:nvSpPr>
          <p:cNvPr id="226" name="Rounded Rectangle 32"/>
          <p:cNvSpPr/>
          <p:nvPr/>
        </p:nvSpPr>
        <p:spPr>
          <a:xfrm>
            <a:off x="2468880" y="4590360"/>
            <a:ext cx="1782720" cy="475200"/>
          </a:xfrm>
          <a:prstGeom prst="roundRect">
            <a:avLst>
              <a:gd name="adj" fmla="val 6000"/>
            </a:avLst>
          </a:prstGeom>
          <a:solidFill>
            <a:srgbClr val="e4f8ec"/>
          </a:solidFill>
          <a:ln>
            <a:noFill/>
          </a:ln>
        </p:spPr>
        <p:style>
          <a:lnRef idx="1">
            <a:schemeClr val="accent1"/>
          </a:lnRef>
          <a:fillRef idx="3">
            <a:schemeClr val="accent1"/>
          </a:fillRef>
          <a:effectRef idx="2">
            <a:schemeClr val="accent1"/>
          </a:effectRef>
          <a:fontRef idx="minor"/>
        </p:style>
        <p:txBody>
          <a:bodyPr lIns="45720" rIns="45720" tIns="91440" bIns="91440" anchor="ctr">
            <a:noAutofit/>
          </a:bodyPr>
          <a:p>
            <a:pPr algn="ctr" defTabSz="914400">
              <a:lnSpc>
                <a:spcPct val="100000"/>
              </a:lnSpc>
            </a:pPr>
            <a:r>
              <a:rPr b="1" lang="en-US" sz="1150" spc="-1" strike="noStrike">
                <a:solidFill>
                  <a:srgbClr val="088645"/>
                </a:solidFill>
                <a:latin typeface="Arial"/>
              </a:rPr>
              <a:t>Chống chỉ định</a:t>
            </a:r>
            <a:endParaRPr b="0" lang="en-US" sz="1150" spc="-1" strike="noStrike">
              <a:solidFill>
                <a:srgbClr val="000000"/>
              </a:solidFill>
              <a:latin typeface="Arial"/>
            </a:endParaRPr>
          </a:p>
        </p:txBody>
      </p:sp>
      <p:sp>
        <p:nvSpPr>
          <p:cNvPr id="227" name="Rounded Rectangle 33"/>
          <p:cNvSpPr/>
          <p:nvPr/>
        </p:nvSpPr>
        <p:spPr>
          <a:xfrm>
            <a:off x="4343400" y="4590360"/>
            <a:ext cx="1782720" cy="475200"/>
          </a:xfrm>
          <a:prstGeom prst="roundRect">
            <a:avLst>
              <a:gd name="adj" fmla="val 6000"/>
            </a:avLst>
          </a:prstGeom>
          <a:solidFill>
            <a:srgbClr val="e4f8ec"/>
          </a:solidFill>
          <a:ln>
            <a:noFill/>
          </a:ln>
        </p:spPr>
        <p:style>
          <a:lnRef idx="1">
            <a:schemeClr val="accent1"/>
          </a:lnRef>
          <a:fillRef idx="3">
            <a:schemeClr val="accent1"/>
          </a:fillRef>
          <a:effectRef idx="2">
            <a:schemeClr val="accent1"/>
          </a:effectRef>
          <a:fontRef idx="minor"/>
        </p:style>
        <p:txBody>
          <a:bodyPr lIns="45720" rIns="45720" tIns="91440" bIns="91440" anchor="ctr">
            <a:noAutofit/>
          </a:bodyPr>
          <a:p>
            <a:pPr algn="ctr" defTabSz="914400">
              <a:lnSpc>
                <a:spcPct val="100000"/>
              </a:lnSpc>
            </a:pPr>
            <a:r>
              <a:rPr b="1" lang="en-US" sz="1150" spc="-1" strike="noStrike">
                <a:solidFill>
                  <a:srgbClr val="088645"/>
                </a:solidFill>
                <a:latin typeface="Arial"/>
              </a:rPr>
              <a:t>Tiêu chuẩn kiểm tra</a:t>
            </a:r>
            <a:endParaRPr b="0" lang="en-US" sz="1150" spc="-1" strike="noStrike">
              <a:solidFill>
                <a:srgbClr val="000000"/>
              </a:solidFill>
              <a:latin typeface="Arial"/>
            </a:endParaRPr>
          </a:p>
        </p:txBody>
      </p:sp>
      <p:sp>
        <p:nvSpPr>
          <p:cNvPr id="228" name="Rounded Rectangle 34"/>
          <p:cNvSpPr/>
          <p:nvPr/>
        </p:nvSpPr>
        <p:spPr>
          <a:xfrm>
            <a:off x="594360" y="5157360"/>
            <a:ext cx="1782720" cy="475200"/>
          </a:xfrm>
          <a:prstGeom prst="roundRect">
            <a:avLst>
              <a:gd name="adj" fmla="val 6000"/>
            </a:avLst>
          </a:prstGeom>
          <a:solidFill>
            <a:srgbClr val="e4f8ec"/>
          </a:solidFill>
          <a:ln>
            <a:noFill/>
          </a:ln>
        </p:spPr>
        <p:style>
          <a:lnRef idx="1">
            <a:schemeClr val="accent1"/>
          </a:lnRef>
          <a:fillRef idx="3">
            <a:schemeClr val="accent1"/>
          </a:fillRef>
          <a:effectRef idx="2">
            <a:schemeClr val="accent1"/>
          </a:effectRef>
          <a:fontRef idx="minor"/>
        </p:style>
        <p:txBody>
          <a:bodyPr lIns="45720" rIns="45720" tIns="91440" bIns="91440" anchor="ctr">
            <a:noAutofit/>
          </a:bodyPr>
          <a:p>
            <a:pPr algn="ctr" defTabSz="914400">
              <a:lnSpc>
                <a:spcPct val="100000"/>
              </a:lnSpc>
            </a:pPr>
            <a:r>
              <a:rPr b="1" lang="en-US" sz="1150" spc="-1" strike="noStrike">
                <a:solidFill>
                  <a:srgbClr val="088645"/>
                </a:solidFill>
                <a:latin typeface="Arial"/>
              </a:rPr>
              <a:t>Tác giả &amp; nguồn</a:t>
            </a:r>
            <a:endParaRPr b="0" lang="en-US" sz="1150" spc="-1" strike="noStrike">
              <a:solidFill>
                <a:srgbClr val="000000"/>
              </a:solidFill>
              <a:latin typeface="Arial"/>
            </a:endParaRPr>
          </a:p>
        </p:txBody>
      </p:sp>
      <p:sp>
        <p:nvSpPr>
          <p:cNvPr id="229" name="Rounded Rectangle 35"/>
          <p:cNvSpPr/>
          <p:nvPr/>
        </p:nvSpPr>
        <p:spPr>
          <a:xfrm>
            <a:off x="6675120" y="3474720"/>
            <a:ext cx="5074560" cy="2331360"/>
          </a:xfrm>
          <a:prstGeom prst="roundRect">
            <a:avLst>
              <a:gd name="adj" fmla="val 6000"/>
            </a:avLst>
          </a:prstGeom>
          <a:solidFill>
            <a:srgbClr val="ffffff"/>
          </a:solidFill>
          <a:ln w="9525">
            <a:solidFill>
              <a:srgbClr val="c9d3ea"/>
            </a:solidFill>
          </a:ln>
        </p:spPr>
        <p:style>
          <a:lnRef idx="1">
            <a:schemeClr val="accent1"/>
          </a:lnRef>
          <a:fillRef idx="3">
            <a:schemeClr val="accent1"/>
          </a:fillRef>
          <a:effectRef idx="2">
            <a:schemeClr val="accent1"/>
          </a:effectRef>
          <a:fontRef idx="minor"/>
        </p:style>
        <p:txBody>
          <a:bodyPr lIns="182880" rIns="182880" tIns="91440" bIns="91440" anchor="t">
            <a:noAutofit/>
          </a:bodyPr>
          <a:p>
            <a:pPr defTabSz="914400">
              <a:lnSpc>
                <a:spcPct val="100000"/>
              </a:lnSpc>
              <a:spcAft>
                <a:spcPts val="799"/>
              </a:spcAft>
            </a:pPr>
            <a:r>
              <a:rPr b="1" lang="en-US" sz="1400" spc="-1" strike="noStrike">
                <a:solidFill>
                  <a:srgbClr val="142a6b"/>
                </a:solidFill>
                <a:latin typeface="Arial"/>
              </a:rPr>
              <a:t>Điểm mới so với cách làm hiện tại</a:t>
            </a:r>
            <a:endParaRPr b="0" lang="en-US" sz="1400" spc="-1" strike="noStrike">
              <a:solidFill>
                <a:srgbClr val="000000"/>
              </a:solidFill>
              <a:latin typeface="Arial"/>
            </a:endParaRPr>
          </a:p>
          <a:p>
            <a:pPr marL="146160" indent="-146160" defTabSz="914400">
              <a:lnSpc>
                <a:spcPct val="100000"/>
              </a:lnSpc>
              <a:spcAft>
                <a:spcPts val="700"/>
              </a:spcAft>
              <a:buClr>
                <a:srgbClr val="1a1f36"/>
              </a:buClr>
              <a:buFont typeface="Symbol" charset="2"/>
              <a:buChar char=""/>
            </a:pPr>
            <a:r>
              <a:rPr b="1" lang="en-US" sz="1250" spc="-1" strike="noStrike">
                <a:solidFill>
                  <a:srgbClr val="1a1f36"/>
                </a:solidFill>
                <a:latin typeface="Arial"/>
              </a:rPr>
              <a:t>Chuyên gia không viết tài liệu: </a:t>
            </a:r>
            <a:r>
              <a:rPr b="0" lang="en-US" sz="1250" spc="-1" strike="noStrike">
                <a:solidFill>
                  <a:srgbClr val="1a1f36"/>
                </a:solidFill>
                <a:latin typeface="Arial"/>
              </a:rPr>
              <a:t>LLM soạn thẻ, chuyên gia duyệt và sửa trước khi lưu.</a:t>
            </a:r>
            <a:endParaRPr b="0" lang="en-US" sz="1250" spc="-1" strike="noStrike">
              <a:solidFill>
                <a:srgbClr val="000000"/>
              </a:solidFill>
              <a:latin typeface="Arial"/>
            </a:endParaRPr>
          </a:p>
          <a:p>
            <a:pPr marL="146160" indent="-146160" defTabSz="914400">
              <a:lnSpc>
                <a:spcPct val="100000"/>
              </a:lnSpc>
              <a:spcAft>
                <a:spcPts val="700"/>
              </a:spcAft>
              <a:buClr>
                <a:srgbClr val="1a1f36"/>
              </a:buClr>
              <a:buFont typeface="Symbol" charset="2"/>
              <a:buChar char=""/>
            </a:pPr>
            <a:r>
              <a:rPr b="1" lang="en-US" sz="1250" spc="-1" strike="noStrike">
                <a:solidFill>
                  <a:srgbClr val="1a1f36"/>
                </a:solidFill>
                <a:latin typeface="Arial"/>
              </a:rPr>
              <a:t>Tìm đúng kỹ thuật: </a:t>
            </a:r>
            <a:r>
              <a:rPr b="0" lang="en-US" sz="1250" spc="-1" strike="noStrike">
                <a:solidFill>
                  <a:srgbClr val="1a1f36"/>
                </a:solidFill>
                <a:latin typeface="Arial"/>
              </a:rPr>
              <a:t>BM25 bắt đúng thuật ngữ, semantic hiểu cách nói khác, RRF hợp nhất.</a:t>
            </a:r>
            <a:endParaRPr b="0" lang="en-US" sz="1250" spc="-1" strike="noStrike">
              <a:solidFill>
                <a:srgbClr val="000000"/>
              </a:solidFill>
              <a:latin typeface="Arial"/>
            </a:endParaRPr>
          </a:p>
          <a:p>
            <a:pPr marL="146160" indent="-146160" defTabSz="914400">
              <a:lnSpc>
                <a:spcPct val="100000"/>
              </a:lnSpc>
              <a:buClr>
                <a:srgbClr val="1a1f36"/>
              </a:buClr>
              <a:buFont typeface="Symbol" charset="2"/>
              <a:buChar char=""/>
            </a:pPr>
            <a:r>
              <a:rPr b="1" lang="en-US" sz="1250" spc="-1" strike="noStrike">
                <a:solidFill>
                  <a:srgbClr val="1a1f36"/>
                </a:solidFill>
                <a:latin typeface="Arial"/>
              </a:rPr>
              <a:t>Biết giới hạn: </a:t>
            </a:r>
            <a:r>
              <a:rPr b="0" lang="en-US" sz="1250" spc="-1" strike="noStrike">
                <a:solidFill>
                  <a:srgbClr val="1a1f36"/>
                </a:solidFill>
                <a:latin typeface="Arial"/>
              </a:rPr>
              <a:t>từ chối khi chưa có tri thức; nguồn trích dẫn do chương trình xác thực.</a:t>
            </a:r>
            <a:endParaRPr b="0" lang="en-US" sz="1250" spc="-1" strike="noStrike">
              <a:solidFill>
                <a:srgbClr val="000000"/>
              </a:solidFill>
              <a:latin typeface="Arial"/>
            </a:endParaRPr>
          </a:p>
        </p:txBody>
      </p:sp>
      <p:sp>
        <p:nvSpPr>
          <p:cNvPr id="230" name="Key message"/>
          <p:cNvSpPr/>
          <p:nvPr/>
        </p:nvSpPr>
        <p:spPr>
          <a:xfrm>
            <a:off x="411480" y="6269760"/>
            <a:ext cx="11338200" cy="25236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300" spc="-1" strike="noStrike">
                <a:solidFill>
                  <a:srgbClr val="ffffff"/>
                </a:solidFill>
                <a:latin typeface="Arial"/>
              </a:rPr>
              <a:t>Chuyên gia nói, hệ thống lo phần viết; kỹ sư hỏi, hệ thống trả lời kèm nguồn.</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9" name="Picture 6" descr="A blue and green rectangle with a circle and lines&#10;&#10;AI-generated content may be incorrect."/>
          <p:cNvPicPr/>
          <p:nvPr/>
        </p:nvPicPr>
        <p:blipFill>
          <a:blip r:embed="rId1"/>
          <a:srcRect l="0" t="32802" r="0" b="51582"/>
          <a:stretch/>
        </p:blipFill>
        <p:spPr>
          <a:xfrm>
            <a:off x="0" y="5987160"/>
            <a:ext cx="12191760" cy="870480"/>
          </a:xfrm>
          <a:prstGeom prst="rect">
            <a:avLst/>
          </a:prstGeom>
          <a:ln w="0">
            <a:noFill/>
          </a:ln>
        </p:spPr>
      </p:pic>
      <p:sp>
        <p:nvSpPr>
          <p:cNvPr id="200" name="PlaceHolder 1"/>
          <p:cNvSpPr>
            <a:spLocks noGrp="1"/>
          </p:cNvSpPr>
          <p:nvPr>
            <p:ph type="title"/>
          </p:nvPr>
        </p:nvSpPr>
        <p:spPr>
          <a:xfrm>
            <a:off x="5911200" y="237960"/>
            <a:ext cx="10515240" cy="1325160"/>
          </a:xfrm>
          <a:prstGeom prst="rect">
            <a:avLst/>
          </a:prstGeom>
          <a:noFill/>
          <a:ln w="0">
            <a:noFill/>
          </a:ln>
        </p:spPr>
        <p:txBody>
          <a:bodyPr lIns="90000" rIns="90000" tIns="45000" bIns="45000" anchor="t">
            <a:noAutofit/>
          </a:bodyPr>
          <a:p>
            <a:pPr indent="0" defTabSz="914400">
              <a:lnSpc>
                <a:spcPct val="90000"/>
              </a:lnSpc>
              <a:buNone/>
            </a:pPr>
            <a:r>
              <a:rPr b="1" lang="en-US" sz="2600" spc="-1" strike="noStrike">
                <a:solidFill>
                  <a:schemeClr val="lt1"/>
                </a:solidFill>
                <a:latin typeface="Times New Roman"/>
              </a:rPr>
              <a:t>Sản phẩm: ứng dụng 4 trang</a:t>
            </a:r>
            <a:endParaRPr b="0" lang="en-US" sz="2600" spc="-1" strike="noStrike">
              <a:solidFill>
                <a:schemeClr val="dk1"/>
              </a:solidFill>
              <a:latin typeface="Calibri"/>
            </a:endParaRPr>
          </a:p>
        </p:txBody>
      </p:sp>
      <p:sp>
        <p:nvSpPr>
          <p:cNvPr id="201" name="Rounded Rectangle 7"/>
          <p:cNvSpPr/>
          <p:nvPr/>
        </p:nvSpPr>
        <p:spPr>
          <a:xfrm>
            <a:off x="411480" y="1371600"/>
            <a:ext cx="2605680" cy="187416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000000"/>
              </a:solidFill>
              <a:latin typeface="Arial"/>
            </a:endParaRPr>
          </a:p>
        </p:txBody>
      </p:sp>
      <p:sp>
        <p:nvSpPr>
          <p:cNvPr id="202" name="Oval 8"/>
          <p:cNvSpPr/>
          <p:nvPr/>
        </p:nvSpPr>
        <p:spPr>
          <a:xfrm>
            <a:off x="548640" y="1508760"/>
            <a:ext cx="383760" cy="383760"/>
          </a:xfrm>
          <a:prstGeom prst="ellipse">
            <a:avLst/>
          </a:prstGeom>
          <a:solidFill>
            <a:srgbClr val="142a6b"/>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defTabSz="914400">
              <a:lnSpc>
                <a:spcPct val="100000"/>
              </a:lnSpc>
            </a:pPr>
            <a:r>
              <a:rPr b="1" lang="en-US" sz="1400" spc="-1" strike="noStrike">
                <a:solidFill>
                  <a:srgbClr val="ffffff"/>
                </a:solidFill>
                <a:latin typeface="Arial"/>
              </a:rPr>
              <a:t>1</a:t>
            </a:r>
            <a:endParaRPr b="0" lang="en-US" sz="1400" spc="-1" strike="noStrike">
              <a:solidFill>
                <a:srgbClr val="ffffff"/>
              </a:solidFill>
              <a:latin typeface="Arial"/>
            </a:endParaRPr>
          </a:p>
        </p:txBody>
      </p:sp>
      <p:sp>
        <p:nvSpPr>
          <p:cNvPr id="203" name="TextBox 9"/>
          <p:cNvSpPr/>
          <p:nvPr/>
        </p:nvSpPr>
        <p:spPr>
          <a:xfrm>
            <a:off x="1051560" y="1568520"/>
            <a:ext cx="1874160" cy="28260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500" spc="-1" strike="noStrike">
                <a:solidFill>
                  <a:srgbClr val="142a6b"/>
                </a:solidFill>
                <a:latin typeface="Arial"/>
              </a:rPr>
              <a:t>Tra cứu</a:t>
            </a:r>
            <a:endParaRPr b="0" lang="en-US" sz="1500" spc="-1" strike="noStrike">
              <a:solidFill>
                <a:srgbClr val="ffffff"/>
              </a:solidFill>
              <a:latin typeface="Arial"/>
            </a:endParaRPr>
          </a:p>
        </p:txBody>
      </p:sp>
      <p:sp>
        <p:nvSpPr>
          <p:cNvPr id="204" name="TextBox 10"/>
          <p:cNvSpPr/>
          <p:nvPr/>
        </p:nvSpPr>
        <p:spPr>
          <a:xfrm>
            <a:off x="548640" y="2030040"/>
            <a:ext cx="2331360" cy="78588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200" spc="-1" strike="noStrike">
                <a:solidFill>
                  <a:srgbClr val="1a1f36"/>
                </a:solidFill>
                <a:latin typeface="Arial"/>
              </a:rPr>
              <a:t>Hỏi bằng tiếng Việt; hybrid retrieval tìm bằng chứng, LLM trả lời kèm nguồn đã xác thực.</a:t>
            </a:r>
            <a:endParaRPr b="0" lang="en-US" sz="1200" spc="-1" strike="noStrike">
              <a:solidFill>
                <a:srgbClr val="ffffff"/>
              </a:solidFill>
              <a:latin typeface="Arial"/>
            </a:endParaRPr>
          </a:p>
        </p:txBody>
      </p:sp>
      <p:sp>
        <p:nvSpPr>
          <p:cNvPr id="205" name="Right Arrow 11"/>
          <p:cNvSpPr/>
          <p:nvPr/>
        </p:nvSpPr>
        <p:spPr>
          <a:xfrm>
            <a:off x="3035880" y="2121480"/>
            <a:ext cx="273960" cy="328680"/>
          </a:xfrm>
          <a:prstGeom prst="rightArrow">
            <a:avLst>
              <a:gd name="adj1" fmla="val 50000"/>
              <a:gd name="adj2" fmla="val 50000"/>
            </a:avLst>
          </a:prstGeom>
          <a:solidFill>
            <a:srgbClr val="00c85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06" name="Rounded Rectangle 12"/>
          <p:cNvSpPr/>
          <p:nvPr/>
        </p:nvSpPr>
        <p:spPr>
          <a:xfrm>
            <a:off x="3319200" y="1371600"/>
            <a:ext cx="2605680" cy="187416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000000"/>
              </a:solidFill>
              <a:latin typeface="Arial"/>
            </a:endParaRPr>
          </a:p>
        </p:txBody>
      </p:sp>
      <p:sp>
        <p:nvSpPr>
          <p:cNvPr id="207" name="Oval 13"/>
          <p:cNvSpPr/>
          <p:nvPr/>
        </p:nvSpPr>
        <p:spPr>
          <a:xfrm>
            <a:off x="3456360" y="1508760"/>
            <a:ext cx="383760" cy="383760"/>
          </a:xfrm>
          <a:prstGeom prst="ellipse">
            <a:avLst/>
          </a:prstGeom>
          <a:solidFill>
            <a:srgbClr val="142a6b"/>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defTabSz="914400">
              <a:lnSpc>
                <a:spcPct val="100000"/>
              </a:lnSpc>
            </a:pPr>
            <a:r>
              <a:rPr b="1" lang="en-US" sz="1400" spc="-1" strike="noStrike">
                <a:solidFill>
                  <a:srgbClr val="ffffff"/>
                </a:solidFill>
                <a:latin typeface="Arial"/>
              </a:rPr>
              <a:t>2</a:t>
            </a:r>
            <a:endParaRPr b="0" lang="en-US" sz="1400" spc="-1" strike="noStrike">
              <a:solidFill>
                <a:srgbClr val="ffffff"/>
              </a:solidFill>
              <a:latin typeface="Arial"/>
            </a:endParaRPr>
          </a:p>
        </p:txBody>
      </p:sp>
      <p:sp>
        <p:nvSpPr>
          <p:cNvPr id="208" name="TextBox 14"/>
          <p:cNvSpPr/>
          <p:nvPr/>
        </p:nvSpPr>
        <p:spPr>
          <a:xfrm>
            <a:off x="3959280" y="1568520"/>
            <a:ext cx="1874160" cy="28260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500" spc="-1" strike="noStrike">
                <a:solidFill>
                  <a:srgbClr val="142a6b"/>
                </a:solidFill>
                <a:latin typeface="Arial"/>
              </a:rPr>
              <a:t>Thu thập</a:t>
            </a:r>
            <a:endParaRPr b="0" lang="en-US" sz="1500" spc="-1" strike="noStrike">
              <a:solidFill>
                <a:srgbClr val="ffffff"/>
              </a:solidFill>
              <a:latin typeface="Arial"/>
            </a:endParaRPr>
          </a:p>
        </p:txBody>
      </p:sp>
      <p:sp>
        <p:nvSpPr>
          <p:cNvPr id="209" name="TextBox 15"/>
          <p:cNvSpPr/>
          <p:nvPr/>
        </p:nvSpPr>
        <p:spPr>
          <a:xfrm>
            <a:off x="3456360" y="2030040"/>
            <a:ext cx="2331360" cy="60300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200" spc="-1" strike="noStrike">
                <a:solidFill>
                  <a:srgbClr val="1a1f36"/>
                </a:solidFill>
                <a:latin typeface="Arial"/>
              </a:rPr>
              <a:t>Dán ghi chú để LLM tạo thẻ nháp, hoặc nhập CSV/XLSX; duyệt và sửa rồi mới lưu.</a:t>
            </a:r>
            <a:endParaRPr b="0" lang="en-US" sz="1200" spc="-1" strike="noStrike">
              <a:solidFill>
                <a:srgbClr val="ffffff"/>
              </a:solidFill>
              <a:latin typeface="Arial"/>
            </a:endParaRPr>
          </a:p>
        </p:txBody>
      </p:sp>
      <p:sp>
        <p:nvSpPr>
          <p:cNvPr id="210" name="Right Arrow 16"/>
          <p:cNvSpPr/>
          <p:nvPr/>
        </p:nvSpPr>
        <p:spPr>
          <a:xfrm>
            <a:off x="5943600" y="2121480"/>
            <a:ext cx="273960" cy="328680"/>
          </a:xfrm>
          <a:prstGeom prst="rightArrow">
            <a:avLst>
              <a:gd name="adj1" fmla="val 50000"/>
              <a:gd name="adj2" fmla="val 50000"/>
            </a:avLst>
          </a:prstGeom>
          <a:solidFill>
            <a:srgbClr val="00c85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11" name="Rounded Rectangle 17"/>
          <p:cNvSpPr/>
          <p:nvPr/>
        </p:nvSpPr>
        <p:spPr>
          <a:xfrm>
            <a:off x="6226920" y="1371600"/>
            <a:ext cx="2605680" cy="187416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000000"/>
              </a:solidFill>
              <a:latin typeface="Arial"/>
            </a:endParaRPr>
          </a:p>
        </p:txBody>
      </p:sp>
      <p:sp>
        <p:nvSpPr>
          <p:cNvPr id="212" name="Oval 18"/>
          <p:cNvSpPr/>
          <p:nvPr/>
        </p:nvSpPr>
        <p:spPr>
          <a:xfrm>
            <a:off x="6364080" y="1508760"/>
            <a:ext cx="383760" cy="383760"/>
          </a:xfrm>
          <a:prstGeom prst="ellipse">
            <a:avLst/>
          </a:prstGeom>
          <a:solidFill>
            <a:srgbClr val="142a6b"/>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defTabSz="914400">
              <a:lnSpc>
                <a:spcPct val="100000"/>
              </a:lnSpc>
            </a:pPr>
            <a:r>
              <a:rPr b="1" lang="en-US" sz="1400" spc="-1" strike="noStrike">
                <a:solidFill>
                  <a:srgbClr val="ffffff"/>
                </a:solidFill>
                <a:latin typeface="Arial"/>
              </a:rPr>
              <a:t>3</a:t>
            </a:r>
            <a:endParaRPr b="0" lang="en-US" sz="1400" spc="-1" strike="noStrike">
              <a:solidFill>
                <a:srgbClr val="ffffff"/>
              </a:solidFill>
              <a:latin typeface="Arial"/>
            </a:endParaRPr>
          </a:p>
        </p:txBody>
      </p:sp>
      <p:sp>
        <p:nvSpPr>
          <p:cNvPr id="213" name="TextBox 19"/>
          <p:cNvSpPr/>
          <p:nvPr/>
        </p:nvSpPr>
        <p:spPr>
          <a:xfrm>
            <a:off x="6867000" y="1568520"/>
            <a:ext cx="1874160" cy="28260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500" spc="-1" strike="noStrike">
                <a:solidFill>
                  <a:srgbClr val="142a6b"/>
                </a:solidFill>
                <a:latin typeface="Arial"/>
              </a:rPr>
              <a:t>Kho tri thức</a:t>
            </a:r>
            <a:endParaRPr b="0" lang="en-US" sz="1500" spc="-1" strike="noStrike">
              <a:solidFill>
                <a:srgbClr val="ffffff"/>
              </a:solidFill>
              <a:latin typeface="Arial"/>
            </a:endParaRPr>
          </a:p>
        </p:txBody>
      </p:sp>
      <p:sp>
        <p:nvSpPr>
          <p:cNvPr id="214" name="TextBox 20"/>
          <p:cNvSpPr/>
          <p:nvPr/>
        </p:nvSpPr>
        <p:spPr>
          <a:xfrm>
            <a:off x="6364080" y="2030040"/>
            <a:ext cx="2331360" cy="60300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200" spc="-1" strike="noStrike">
                <a:solidFill>
                  <a:srgbClr val="1a1f36"/>
                </a:solidFill>
                <a:latin typeface="Arial"/>
              </a:rPr>
              <a:t>Duyệt, lọc thẻ theo lĩnh vực; xem metadata và Knowledge Map của từng thẻ.</a:t>
            </a:r>
            <a:endParaRPr b="0" lang="en-US" sz="1200" spc="-1" strike="noStrike">
              <a:solidFill>
                <a:srgbClr val="ffffff"/>
              </a:solidFill>
              <a:latin typeface="Arial"/>
            </a:endParaRPr>
          </a:p>
        </p:txBody>
      </p:sp>
      <p:sp>
        <p:nvSpPr>
          <p:cNvPr id="215" name="Right Arrow 21"/>
          <p:cNvSpPr/>
          <p:nvPr/>
        </p:nvSpPr>
        <p:spPr>
          <a:xfrm>
            <a:off x="8851320" y="2121480"/>
            <a:ext cx="273960" cy="328680"/>
          </a:xfrm>
          <a:prstGeom prst="rightArrow">
            <a:avLst>
              <a:gd name="adj1" fmla="val 50000"/>
              <a:gd name="adj2" fmla="val 50000"/>
            </a:avLst>
          </a:prstGeom>
          <a:solidFill>
            <a:srgbClr val="00c85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16" name="Rounded Rectangle 22"/>
          <p:cNvSpPr/>
          <p:nvPr/>
        </p:nvSpPr>
        <p:spPr>
          <a:xfrm>
            <a:off x="9135000" y="1371600"/>
            <a:ext cx="2605680" cy="187416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000000"/>
              </a:solidFill>
              <a:latin typeface="Arial"/>
            </a:endParaRPr>
          </a:p>
        </p:txBody>
      </p:sp>
      <p:sp>
        <p:nvSpPr>
          <p:cNvPr id="217" name="Oval 23"/>
          <p:cNvSpPr/>
          <p:nvPr/>
        </p:nvSpPr>
        <p:spPr>
          <a:xfrm>
            <a:off x="9272160" y="1508760"/>
            <a:ext cx="383760" cy="383760"/>
          </a:xfrm>
          <a:prstGeom prst="ellipse">
            <a:avLst/>
          </a:prstGeom>
          <a:solidFill>
            <a:srgbClr val="142a6b"/>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defTabSz="914400">
              <a:lnSpc>
                <a:spcPct val="100000"/>
              </a:lnSpc>
            </a:pPr>
            <a:r>
              <a:rPr b="1" lang="en-US" sz="1400" spc="-1" strike="noStrike">
                <a:solidFill>
                  <a:srgbClr val="ffffff"/>
                </a:solidFill>
                <a:latin typeface="Arial"/>
              </a:rPr>
              <a:t>4</a:t>
            </a:r>
            <a:endParaRPr b="0" lang="en-US" sz="1400" spc="-1" strike="noStrike">
              <a:solidFill>
                <a:srgbClr val="ffffff"/>
              </a:solidFill>
              <a:latin typeface="Arial"/>
            </a:endParaRPr>
          </a:p>
        </p:txBody>
      </p:sp>
      <p:sp>
        <p:nvSpPr>
          <p:cNvPr id="218" name="TextBox 24"/>
          <p:cNvSpPr/>
          <p:nvPr/>
        </p:nvSpPr>
        <p:spPr>
          <a:xfrm>
            <a:off x="9775080" y="1568520"/>
            <a:ext cx="1874160" cy="28260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500" spc="-1" strike="noStrike">
                <a:solidFill>
                  <a:srgbClr val="142a6b"/>
                </a:solidFill>
                <a:latin typeface="Arial"/>
              </a:rPr>
              <a:t>Báo cáo</a:t>
            </a:r>
            <a:endParaRPr b="0" lang="en-US" sz="1500" spc="-1" strike="noStrike">
              <a:solidFill>
                <a:srgbClr val="ffffff"/>
              </a:solidFill>
              <a:latin typeface="Arial"/>
            </a:endParaRPr>
          </a:p>
        </p:txBody>
      </p:sp>
      <p:sp>
        <p:nvSpPr>
          <p:cNvPr id="219" name="TextBox 25"/>
          <p:cNvSpPr/>
          <p:nvPr/>
        </p:nvSpPr>
        <p:spPr>
          <a:xfrm>
            <a:off x="9272160" y="2030040"/>
            <a:ext cx="2331360" cy="60300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200" spc="-1" strike="noStrike">
                <a:solidFill>
                  <a:srgbClr val="1a1f36"/>
                </a:solidFill>
                <a:latin typeface="Arial"/>
              </a:rPr>
              <a:t>Chạy lại benchmark trên KB cố định, đo độ trễ; tách số lịch sử với số chạy mới.</a:t>
            </a:r>
            <a:endParaRPr b="0" lang="en-US" sz="1200" spc="-1" strike="noStrike">
              <a:solidFill>
                <a:srgbClr val="ffffff"/>
              </a:solidFill>
              <a:latin typeface="Arial"/>
            </a:endParaRPr>
          </a:p>
        </p:txBody>
      </p:sp>
      <p:sp>
        <p:nvSpPr>
          <p:cNvPr id="900" name="Example box"/>
          <p:cNvSpPr/>
          <p:nvPr/>
        </p:nvSpPr>
        <p:spPr>
          <a:xfrm>
            <a:off x="411480" y="3474720"/>
            <a:ext cx="6034680" cy="2331360"/>
          </a:xfrm>
          <a:prstGeom prst="roundRect">
            <a:avLst>
              <a:gd name="adj" fmla="val 6000"/>
            </a:avLst>
          </a:prstGeom>
          <a:solidFill>
            <a:srgbClr val="ffffff"/>
          </a:solidFill>
          <a:ln w="9525">
            <a:solidFill>
              <a:srgbClr val="c9d3ea"/>
            </a:solidFill>
          </a:ln>
        </p:spPr>
        <p:style>
          <a:lnRef idx="1">
            <a:schemeClr val="accent1"/>
          </a:lnRef>
          <a:fillRef idx="3">
            <a:schemeClr val="accent1"/>
          </a:fillRef>
          <a:effectRef idx="2">
            <a:schemeClr val="accent1"/>
          </a:effectRef>
          <a:fontRef idx="minor"/>
        </p:style>
        <p:txBody>
          <a:bodyPr lIns="182880" rIns="182880" tIns="91440" bIns="91440" anchor="t">
            <a:noAutofit/>
          </a:bodyPr>
          <a:p>
            <a:pPr defTabSz="914400">
              <a:lnSpc>
                <a:spcPct val="100000"/>
              </a:lnSpc>
              <a:spcAft>
                <a:spcPts val="799"/>
              </a:spcAft>
            </a:pPr>
            <a:r>
              <a:rPr b="1" lang="en-US" sz="1400" spc="-1" strike="noStrike">
                <a:solidFill>
                  <a:srgbClr val="142a6b"/>
                </a:solidFill>
                <a:latin typeface="Arial"/>
              </a:rPr>
              <a:t>Ví dụ end-to-end (ghi chú mẫu)</a:t>
            </a:r>
            <a:endParaRPr b="0" lang="en-US" sz="1400" spc="-1" strike="noStrike">
              <a:solidFill>
                <a:srgbClr val="000000"/>
              </a:solidFill>
              <a:latin typeface="Arial"/>
            </a:endParaRPr>
          </a:p>
          <a:p>
            <a:pPr marL="146160" indent="-146160" defTabSz="914400">
              <a:lnSpc>
                <a:spcPct val="100000"/>
              </a:lnSpc>
              <a:spcAft>
                <a:spcPts val="700"/>
              </a:spcAft>
              <a:buClr>
                <a:srgbClr val="1a1f36"/>
              </a:buClr>
              <a:buFont typeface="Symbol" charset="2"/>
              <a:buChar char=""/>
            </a:pPr>
            <a:r>
              <a:rPr b="1" lang="en-US" sz="1250" spc="-1" strike="noStrike">
                <a:solidFill>
                  <a:srgbClr val="1a1f36"/>
                </a:solidFill>
                <a:latin typeface="Arial"/>
              </a:rPr>
              <a:t>Đầu vào: </a:t>
            </a:r>
            <a:r>
              <a:rPr b="0" lang="en-US" sz="1250" spc="-1" strike="noStrike">
                <a:solidFill>
                  <a:srgbClr val="1a1f36"/>
                </a:solidFill>
                <a:latin typeface="Arial"/>
              </a:rPr>
              <a:t>kỹ thuật viên trưởng kể xử lý kẹt xi-lanh đẩy ở trạm dán tem số 3.</a:t>
            </a:r>
            <a:endParaRPr b="0" lang="en-US" sz="1250" spc="-1" strike="noStrike">
              <a:solidFill>
                <a:srgbClr val="000000"/>
              </a:solidFill>
              <a:latin typeface="Arial"/>
            </a:endParaRPr>
          </a:p>
          <a:p>
            <a:pPr marL="146160" indent="-146160" defTabSz="914400">
              <a:lnSpc>
                <a:spcPct val="100000"/>
              </a:lnSpc>
              <a:spcAft>
                <a:spcPts val="700"/>
              </a:spcAft>
              <a:buClr>
                <a:srgbClr val="1a1f36"/>
              </a:buClr>
              <a:buFont typeface="Symbol" charset="2"/>
              <a:buChar char=""/>
            </a:pPr>
            <a:r>
              <a:rPr b="1" lang="en-US" sz="1250" spc="-1" strike="noStrike">
                <a:solidFill>
                  <a:srgbClr val="1a1f36"/>
                </a:solidFill>
                <a:latin typeface="Arial"/>
              </a:rPr>
              <a:t>Thẻ tri thức: </a:t>
            </a:r>
            <a:r>
              <a:rPr b="0" lang="en-US" sz="1250" spc="-1" strike="noStrike">
                <a:solidFill>
                  <a:srgbClr val="1a1f36"/>
                </a:solidFill>
                <a:latin typeface="Arial"/>
              </a:rPr>
              <a:t>nguyên nhân mỡ bò làm keo thanh trượt; lau cồn, 3 giọt dầu số 10, áp 0,45 MPa; cấm xịt RP7.</a:t>
            </a:r>
            <a:endParaRPr b="0" lang="en-US" sz="1250" spc="-1" strike="noStrike">
              <a:solidFill>
                <a:srgbClr val="000000"/>
              </a:solidFill>
              <a:latin typeface="Arial"/>
            </a:endParaRPr>
          </a:p>
          <a:p>
            <a:pPr marL="146160" indent="-146160" defTabSz="914400">
              <a:lnSpc>
                <a:spcPct val="100000"/>
              </a:lnSpc>
              <a:buClr>
                <a:srgbClr val="1a1f36"/>
              </a:buClr>
              <a:buFont typeface="Symbol" charset="2"/>
              <a:buChar char=""/>
            </a:pPr>
            <a:r>
              <a:rPr b="1" lang="en-US" sz="1250" spc="-1" strike="noStrike">
                <a:solidFill>
                  <a:srgbClr val="1a1f36"/>
                </a:solidFill>
                <a:latin typeface="Arial"/>
              </a:rPr>
              <a:t>Truy vấn: </a:t>
            </a:r>
            <a:r>
              <a:rPr b="0" lang="en-US" sz="1250" spc="-1" strike="noStrike">
                <a:solidFill>
                  <a:srgbClr val="1a1f36"/>
                </a:solidFill>
                <a:latin typeface="Arial"/>
              </a:rPr>
              <a:t>kỹ sư mới hỏi lại bằng tiếng Việt và nhận hướng xử lý kèm nguồn.</a:t>
            </a:r>
            <a:endParaRPr b="0" lang="en-US" sz="1250" spc="-1" strike="noStrike">
              <a:solidFill>
                <a:srgbClr val="000000"/>
              </a:solidFill>
              <a:latin typeface="Arial"/>
            </a:endParaRPr>
          </a:p>
        </p:txBody>
      </p:sp>
      <p:sp>
        <p:nvSpPr>
          <p:cNvPr id="229" name="Rounded Rectangle 35"/>
          <p:cNvSpPr/>
          <p:nvPr/>
        </p:nvSpPr>
        <p:spPr>
          <a:xfrm>
            <a:off x="6675120" y="3474720"/>
            <a:ext cx="5074560" cy="2331360"/>
          </a:xfrm>
          <a:prstGeom prst="roundRect">
            <a:avLst>
              <a:gd name="adj" fmla="val 6000"/>
            </a:avLst>
          </a:prstGeom>
          <a:solidFill>
            <a:srgbClr val="ffffff"/>
          </a:solidFill>
          <a:ln w="9525">
            <a:solidFill>
              <a:srgbClr val="c9d3ea"/>
            </a:solidFill>
          </a:ln>
        </p:spPr>
        <p:style>
          <a:lnRef idx="1">
            <a:schemeClr val="accent1"/>
          </a:lnRef>
          <a:fillRef idx="3">
            <a:schemeClr val="accent1"/>
          </a:fillRef>
          <a:effectRef idx="2">
            <a:schemeClr val="accent1"/>
          </a:effectRef>
          <a:fontRef idx="minor"/>
        </p:style>
        <p:txBody>
          <a:bodyPr lIns="182880" rIns="182880" tIns="91440" bIns="91440" anchor="t">
            <a:noAutofit/>
          </a:bodyPr>
          <a:p>
            <a:pPr defTabSz="914400">
              <a:lnSpc>
                <a:spcPct val="100000"/>
              </a:lnSpc>
              <a:spcAft>
                <a:spcPts val="799"/>
              </a:spcAft>
            </a:pPr>
            <a:r>
              <a:rPr b="1" lang="en-US" sz="1400" spc="-1" strike="noStrike">
                <a:solidFill>
                  <a:srgbClr val="142a6b"/>
                </a:solidFill>
                <a:latin typeface="Arial"/>
              </a:rPr>
              <a:t>Cơ chế kiểm soát</a:t>
            </a:r>
            <a:endParaRPr b="0" lang="en-US" sz="1400" spc="-1" strike="noStrike">
              <a:solidFill>
                <a:srgbClr val="000000"/>
              </a:solidFill>
              <a:latin typeface="Arial"/>
            </a:endParaRPr>
          </a:p>
          <a:p>
            <a:pPr marL="146160" indent="-146160" defTabSz="914400">
              <a:lnSpc>
                <a:spcPct val="100000"/>
              </a:lnSpc>
              <a:spcAft>
                <a:spcPts val="700"/>
              </a:spcAft>
              <a:buClr>
                <a:srgbClr val="1a1f36"/>
              </a:buClr>
              <a:buFont typeface="Symbol" charset="2"/>
              <a:buChar char=""/>
            </a:pPr>
            <a:r>
              <a:rPr b="1" lang="en-US" sz="1250" spc="-1" strike="noStrike">
                <a:solidFill>
                  <a:srgbClr val="1a1f36"/>
                </a:solidFill>
                <a:latin typeface="Arial"/>
              </a:rPr>
              <a:t>Cổng OOS: </a:t>
            </a:r>
            <a:r>
              <a:rPr b="0" lang="en-US" sz="1250" spc="-1" strike="noStrike">
                <a:solidFill>
                  <a:srgbClr val="1a1f36"/>
                </a:solidFill>
                <a:latin typeface="Arial"/>
              </a:rPr>
              <a:t>khoảng cách vector vượt ngưỡng 0,55 thì từ chối, không gọi LLM.</a:t>
            </a:r>
            <a:endParaRPr b="0" lang="en-US" sz="1250" spc="-1" strike="noStrike">
              <a:solidFill>
                <a:srgbClr val="000000"/>
              </a:solidFill>
              <a:latin typeface="Arial"/>
            </a:endParaRPr>
          </a:p>
          <a:p>
            <a:pPr marL="146160" indent="-146160" defTabSz="914400">
              <a:lnSpc>
                <a:spcPct val="100000"/>
              </a:lnSpc>
              <a:spcAft>
                <a:spcPts val="700"/>
              </a:spcAft>
              <a:buClr>
                <a:srgbClr val="1a1f36"/>
              </a:buClr>
              <a:buFont typeface="Symbol" charset="2"/>
              <a:buChar char=""/>
            </a:pPr>
            <a:r>
              <a:rPr b="1" lang="en-US" sz="1250" spc="-1" strike="noStrike">
                <a:solidFill>
                  <a:srgbClr val="1a1f36"/>
                </a:solidFill>
                <a:latin typeface="Arial"/>
              </a:rPr>
              <a:t>Nguồn xác thực: </a:t>
            </a:r>
            <a:r>
              <a:rPr b="0" lang="en-US" sz="1250" spc="-1" strike="noStrike">
                <a:solidFill>
                  <a:srgbClr val="1a1f36"/>
                </a:solidFill>
                <a:latin typeface="Arial"/>
              </a:rPr>
              <a:t>ID nguồn do chương trình kiểm tra và gắn, LLM không tự bịa.</a:t>
            </a:r>
            <a:endParaRPr b="0" lang="en-US" sz="1250" spc="-1" strike="noStrike">
              <a:solidFill>
                <a:srgbClr val="000000"/>
              </a:solidFill>
              <a:latin typeface="Arial"/>
            </a:endParaRPr>
          </a:p>
          <a:p>
            <a:pPr marL="146160" indent="-146160" defTabSz="914400">
              <a:lnSpc>
                <a:spcPct val="100000"/>
              </a:lnSpc>
              <a:buClr>
                <a:srgbClr val="1a1f36"/>
              </a:buClr>
              <a:buFont typeface="Symbol" charset="2"/>
              <a:buChar char=""/>
            </a:pPr>
            <a:r>
              <a:rPr b="1" lang="en-US" sz="1250" spc="-1" strike="noStrike">
                <a:solidFill>
                  <a:srgbClr val="1a1f36"/>
                </a:solidFill>
                <a:latin typeface="Arial"/>
              </a:rPr>
              <a:t>Bảo mật: </a:t>
            </a:r>
            <a:r>
              <a:rPr b="0" lang="en-US" sz="1250" spc="-1" strike="noStrike">
                <a:solidFill>
                  <a:srgbClr val="1a1f36"/>
                </a:solidFill>
                <a:latin typeface="Arial"/>
              </a:rPr>
              <a:t>API key lấy từ .env và không hiển thị trên giao diện.</a:t>
            </a:r>
            <a:endParaRPr b="0" lang="en-US" sz="1250" spc="-1" strike="noStrike">
              <a:solidFill>
                <a:srgbClr val="000000"/>
              </a:solidFill>
              <a:latin typeface="Arial"/>
            </a:endParaRPr>
          </a:p>
        </p:txBody>
      </p:sp>
      <p:sp>
        <p:nvSpPr>
          <p:cNvPr id="230" name="Key message"/>
          <p:cNvSpPr/>
          <p:nvPr/>
        </p:nvSpPr>
        <p:spPr>
          <a:xfrm>
            <a:off x="411480" y="6269760"/>
            <a:ext cx="11338200" cy="25236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300" spc="-1" strike="noStrike">
                <a:solidFill>
                  <a:srgbClr val="ffffff"/>
                </a:solidFill>
                <a:latin typeface="Arial"/>
              </a:rPr>
              <a:t>Một ứng dụng, bốn việc: tra cứu, thu thập, quản lý tri thức và tự kiểm chứng chất lượng.</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1" name="Picture 6" descr="A blue and green rectangle with a circle and lines&#10;&#10;AI-generated content may be incorrect."/>
          <p:cNvPicPr/>
          <p:nvPr/>
        </p:nvPicPr>
        <p:blipFill>
          <a:blip r:embed="rId1"/>
          <a:srcRect l="0" t="32802" r="0" b="51582"/>
          <a:stretch/>
        </p:blipFill>
        <p:spPr>
          <a:xfrm>
            <a:off x="0" y="5987160"/>
            <a:ext cx="12191760" cy="870480"/>
          </a:xfrm>
          <a:prstGeom prst="rect">
            <a:avLst/>
          </a:prstGeom>
          <a:ln w="0">
            <a:noFill/>
          </a:ln>
        </p:spPr>
      </p:pic>
      <p:sp>
        <p:nvSpPr>
          <p:cNvPr id="232" name="PlaceHolder 1"/>
          <p:cNvSpPr>
            <a:spLocks noGrp="1"/>
          </p:cNvSpPr>
          <p:nvPr>
            <p:ph type="title"/>
          </p:nvPr>
        </p:nvSpPr>
        <p:spPr>
          <a:xfrm>
            <a:off x="5911200" y="237960"/>
            <a:ext cx="10515240" cy="1325160"/>
          </a:xfrm>
          <a:prstGeom prst="rect">
            <a:avLst/>
          </a:prstGeom>
          <a:noFill/>
          <a:ln w="0">
            <a:noFill/>
          </a:ln>
        </p:spPr>
        <p:txBody>
          <a:bodyPr lIns="90000" rIns="90000" tIns="45000" bIns="45000" anchor="t">
            <a:noAutofit/>
          </a:bodyPr>
          <a:p>
            <a:pPr indent="0" defTabSz="914400">
              <a:lnSpc>
                <a:spcPct val="90000"/>
              </a:lnSpc>
              <a:buNone/>
            </a:pPr>
            <a:r>
              <a:rPr b="1" lang="en-US" sz="2800" spc="-1" strike="noStrike">
                <a:solidFill>
                  <a:schemeClr val="lt1"/>
                </a:solidFill>
                <a:latin typeface="Times New Roman"/>
              </a:rPr>
              <a:t>Thiết kế kỹ thuật</a:t>
            </a:r>
            <a:endParaRPr b="0" lang="en-US" sz="2800" spc="-1" strike="noStrike">
              <a:solidFill>
                <a:schemeClr val="dk1"/>
              </a:solidFill>
              <a:latin typeface="Calibri"/>
            </a:endParaRPr>
          </a:p>
        </p:txBody>
      </p:sp>
      <p:sp>
        <p:nvSpPr>
          <p:cNvPr id="233" name="Rounded Rectangle 7"/>
          <p:cNvSpPr/>
          <p:nvPr/>
        </p:nvSpPr>
        <p:spPr>
          <a:xfrm>
            <a:off x="411480" y="1371600"/>
            <a:ext cx="2605680" cy="456840"/>
          </a:xfrm>
          <a:prstGeom prst="roundRect">
            <a:avLst>
              <a:gd name="adj" fmla="val 6000"/>
            </a:avLst>
          </a:prstGeom>
          <a:solidFill>
            <a:srgbClr val="142a6b"/>
          </a:solidFill>
          <a:ln>
            <a:noFill/>
          </a:ln>
        </p:spPr>
        <p:style>
          <a:lnRef idx="1">
            <a:schemeClr val="accent1"/>
          </a:lnRef>
          <a:fillRef idx="3">
            <a:schemeClr val="accent1"/>
          </a:fillRef>
          <a:effectRef idx="2">
            <a:schemeClr val="accent1"/>
          </a:effectRef>
          <a:fontRef idx="minor"/>
        </p:style>
        <p:txBody>
          <a:bodyPr lIns="45720" rIns="45720" tIns="91440" bIns="91440" anchor="ctr">
            <a:noAutofit/>
          </a:bodyPr>
          <a:p>
            <a:pPr algn="ctr" defTabSz="914400">
              <a:lnSpc>
                <a:spcPct val="100000"/>
              </a:lnSpc>
            </a:pPr>
            <a:r>
              <a:rPr b="1" lang="en-US" sz="1400" spc="-1" strike="noStrike">
                <a:solidFill>
                  <a:srgbClr val="ffffff"/>
                </a:solidFill>
                <a:latin typeface="Arial"/>
              </a:rPr>
              <a:t>Nguồn tri thức</a:t>
            </a:r>
            <a:endParaRPr b="0" lang="en-US" sz="1400" spc="-1" strike="noStrike">
              <a:solidFill>
                <a:srgbClr val="ffffff"/>
              </a:solidFill>
              <a:latin typeface="Arial"/>
            </a:endParaRPr>
          </a:p>
        </p:txBody>
      </p:sp>
      <p:sp>
        <p:nvSpPr>
          <p:cNvPr id="234" name="Rounded Rectangle 8"/>
          <p:cNvSpPr/>
          <p:nvPr/>
        </p:nvSpPr>
        <p:spPr>
          <a:xfrm>
            <a:off x="411480" y="1828800"/>
            <a:ext cx="2605680" cy="146268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marL="146160" indent="-146160" defTabSz="914400">
              <a:lnSpc>
                <a:spcPct val="100000"/>
              </a:lnSpc>
              <a:spcAft>
                <a:spcPts val="400"/>
              </a:spcAft>
              <a:buClr>
                <a:srgbClr val="1a1f36"/>
              </a:buClr>
              <a:buFont typeface="Symbol" charset="2"/>
              <a:buChar char=""/>
            </a:pPr>
            <a:r>
              <a:rPr b="0" lang="en-US" sz="1150" spc="-1" strike="noStrike">
                <a:solidFill>
                  <a:srgbClr val="1a1f36"/>
                </a:solidFill>
                <a:latin typeface="Arial"/>
              </a:rPr>
              <a:t>Ghi chú, transcript chuyên gia (văn bản)</a:t>
            </a:r>
            <a:endParaRPr b="0" lang="en-US" sz="115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150" spc="-1" strike="noStrike">
                <a:solidFill>
                  <a:srgbClr val="1a1f36"/>
                </a:solidFill>
                <a:latin typeface="Arial"/>
              </a:rPr>
              <a:t>Log bảo trì dạng CSV/XLSX</a:t>
            </a:r>
            <a:endParaRPr b="0" lang="en-US" sz="115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150" spc="-1" strike="noStrike">
                <a:solidFill>
                  <a:srgbClr val="1a1f36"/>
                </a:solidFill>
                <a:latin typeface="Arial"/>
              </a:rPr>
              <a:t>Bộ 30 thẻ mẫu synthetic, 5 lĩnh vực</a:t>
            </a:r>
            <a:endParaRPr b="0" lang="en-US" sz="1150" spc="-1" strike="noStrike">
              <a:solidFill>
                <a:srgbClr val="000000"/>
              </a:solidFill>
              <a:latin typeface="Arial"/>
            </a:endParaRPr>
          </a:p>
        </p:txBody>
      </p:sp>
      <p:sp>
        <p:nvSpPr>
          <p:cNvPr id="235" name="Right Arrow 9"/>
          <p:cNvSpPr/>
          <p:nvPr/>
        </p:nvSpPr>
        <p:spPr>
          <a:xfrm>
            <a:off x="3035880" y="2240280"/>
            <a:ext cx="273960" cy="328680"/>
          </a:xfrm>
          <a:prstGeom prst="rightArrow">
            <a:avLst>
              <a:gd name="adj1" fmla="val 50000"/>
              <a:gd name="adj2" fmla="val 50000"/>
            </a:avLst>
          </a:prstGeom>
          <a:solidFill>
            <a:srgbClr val="00c85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36" name="Rounded Rectangle 10"/>
          <p:cNvSpPr/>
          <p:nvPr/>
        </p:nvSpPr>
        <p:spPr>
          <a:xfrm>
            <a:off x="3319200" y="1371600"/>
            <a:ext cx="2605680" cy="456840"/>
          </a:xfrm>
          <a:prstGeom prst="roundRect">
            <a:avLst>
              <a:gd name="adj" fmla="val 6000"/>
            </a:avLst>
          </a:prstGeom>
          <a:solidFill>
            <a:srgbClr val="142a6b"/>
          </a:solidFill>
          <a:ln>
            <a:noFill/>
          </a:ln>
        </p:spPr>
        <p:style>
          <a:lnRef idx="1">
            <a:schemeClr val="accent1"/>
          </a:lnRef>
          <a:fillRef idx="3">
            <a:schemeClr val="accent1"/>
          </a:fillRef>
          <a:effectRef idx="2">
            <a:schemeClr val="accent1"/>
          </a:effectRef>
          <a:fontRef idx="minor"/>
        </p:style>
        <p:txBody>
          <a:bodyPr lIns="45720" rIns="45720" tIns="91440" bIns="91440" anchor="ctr">
            <a:noAutofit/>
          </a:bodyPr>
          <a:p>
            <a:pPr algn="ctr" defTabSz="914400">
              <a:lnSpc>
                <a:spcPct val="100000"/>
              </a:lnSpc>
            </a:pPr>
            <a:r>
              <a:rPr b="1" lang="en-US" sz="1400" spc="-1" strike="noStrike">
                <a:solidFill>
                  <a:srgbClr val="ffffff"/>
                </a:solidFill>
                <a:latin typeface="Arial"/>
              </a:rPr>
              <a:t>Xử lý</a:t>
            </a:r>
            <a:endParaRPr b="0" lang="en-US" sz="1400" spc="-1" strike="noStrike">
              <a:solidFill>
                <a:srgbClr val="ffffff"/>
              </a:solidFill>
              <a:latin typeface="Arial"/>
            </a:endParaRPr>
          </a:p>
        </p:txBody>
      </p:sp>
      <p:sp>
        <p:nvSpPr>
          <p:cNvPr id="237" name="Rounded Rectangle 11"/>
          <p:cNvSpPr/>
          <p:nvPr/>
        </p:nvSpPr>
        <p:spPr>
          <a:xfrm>
            <a:off x="3319200" y="1828800"/>
            <a:ext cx="2605680" cy="146268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marL="146160" indent="-146160" defTabSz="914400">
              <a:lnSpc>
                <a:spcPct val="100000"/>
              </a:lnSpc>
              <a:spcAft>
                <a:spcPts val="400"/>
              </a:spcAft>
              <a:buClr>
                <a:srgbClr val="1a1f36"/>
              </a:buClr>
              <a:buFont typeface="Symbol" charset="2"/>
              <a:buChar char=""/>
            </a:pPr>
            <a:r>
              <a:rPr b="0" lang="en-US" sz="1150" spc="-1" strike="noStrike">
                <a:solidFill>
                  <a:srgbClr val="1a1f36"/>
                </a:solidFill>
                <a:latin typeface="Arial"/>
              </a:rPr>
              <a:t>LLM OpenAI-compatible trích xuất thẻ</a:t>
            </a:r>
            <a:endParaRPr b="0" lang="en-US" sz="115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150" spc="-1" strike="noStrike">
                <a:solidFill>
                  <a:srgbClr val="1a1f36"/>
                </a:solidFill>
                <a:latin typeface="Arial"/>
              </a:rPr>
              <a:t>Pydantic kiểm tra schema, báo trường thiếu</a:t>
            </a:r>
            <a:endParaRPr b="0" lang="en-US" sz="115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150" spc="-1" strike="noStrike">
                <a:solidFill>
                  <a:srgbClr val="1a1f36"/>
                </a:solidFill>
                <a:latin typeface="Arial"/>
              </a:rPr>
              <a:t>Người dùng duyệt, sửa rồi mới lưu</a:t>
            </a:r>
            <a:endParaRPr b="0" lang="en-US" sz="1150" spc="-1" strike="noStrike">
              <a:solidFill>
                <a:srgbClr val="000000"/>
              </a:solidFill>
              <a:latin typeface="Arial"/>
            </a:endParaRPr>
          </a:p>
        </p:txBody>
      </p:sp>
      <p:sp>
        <p:nvSpPr>
          <p:cNvPr id="238" name="Right Arrow 12"/>
          <p:cNvSpPr/>
          <p:nvPr/>
        </p:nvSpPr>
        <p:spPr>
          <a:xfrm>
            <a:off x="5943600" y="2240280"/>
            <a:ext cx="273960" cy="328680"/>
          </a:xfrm>
          <a:prstGeom prst="rightArrow">
            <a:avLst>
              <a:gd name="adj1" fmla="val 50000"/>
              <a:gd name="adj2" fmla="val 50000"/>
            </a:avLst>
          </a:prstGeom>
          <a:solidFill>
            <a:srgbClr val="00c85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39" name="Rounded Rectangle 13"/>
          <p:cNvSpPr/>
          <p:nvPr/>
        </p:nvSpPr>
        <p:spPr>
          <a:xfrm>
            <a:off x="6226920" y="1371600"/>
            <a:ext cx="2605680" cy="456840"/>
          </a:xfrm>
          <a:prstGeom prst="roundRect">
            <a:avLst>
              <a:gd name="adj" fmla="val 6000"/>
            </a:avLst>
          </a:prstGeom>
          <a:solidFill>
            <a:srgbClr val="142a6b"/>
          </a:solidFill>
          <a:ln>
            <a:noFill/>
          </a:ln>
        </p:spPr>
        <p:style>
          <a:lnRef idx="1">
            <a:schemeClr val="accent1"/>
          </a:lnRef>
          <a:fillRef idx="3">
            <a:schemeClr val="accent1"/>
          </a:fillRef>
          <a:effectRef idx="2">
            <a:schemeClr val="accent1"/>
          </a:effectRef>
          <a:fontRef idx="minor"/>
        </p:style>
        <p:txBody>
          <a:bodyPr lIns="45720" rIns="45720" tIns="91440" bIns="91440" anchor="ctr">
            <a:noAutofit/>
          </a:bodyPr>
          <a:p>
            <a:pPr algn="ctr" defTabSz="914400">
              <a:lnSpc>
                <a:spcPct val="100000"/>
              </a:lnSpc>
            </a:pPr>
            <a:r>
              <a:rPr b="1" lang="en-US" sz="1400" spc="-1" strike="noStrike">
                <a:solidFill>
                  <a:srgbClr val="ffffff"/>
                </a:solidFill>
                <a:latin typeface="Arial"/>
              </a:rPr>
              <a:t>Kho tri thức</a:t>
            </a:r>
            <a:endParaRPr b="0" lang="en-US" sz="1400" spc="-1" strike="noStrike">
              <a:solidFill>
                <a:srgbClr val="ffffff"/>
              </a:solidFill>
              <a:latin typeface="Arial"/>
            </a:endParaRPr>
          </a:p>
        </p:txBody>
      </p:sp>
      <p:sp>
        <p:nvSpPr>
          <p:cNvPr id="240" name="Rounded Rectangle 14"/>
          <p:cNvSpPr/>
          <p:nvPr/>
        </p:nvSpPr>
        <p:spPr>
          <a:xfrm>
            <a:off x="6226920" y="1828800"/>
            <a:ext cx="2605680" cy="146268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marL="146160" indent="-146160" defTabSz="914400">
              <a:lnSpc>
                <a:spcPct val="100000"/>
              </a:lnSpc>
              <a:spcAft>
                <a:spcPts val="400"/>
              </a:spcAft>
              <a:buClr>
                <a:srgbClr val="1a1f36"/>
              </a:buClr>
              <a:buFont typeface="Symbol" charset="2"/>
              <a:buChar char=""/>
            </a:pPr>
            <a:r>
              <a:rPr b="0" lang="en-US" sz="1150" spc="-1" strike="noStrike">
                <a:solidFill>
                  <a:srgbClr val="1a1f36"/>
                </a:solidFill>
                <a:latin typeface="Arial"/>
              </a:rPr>
              <a:t>Thẻ chuẩn + metadata mở rộng</a:t>
            </a:r>
            <a:endParaRPr b="0" lang="en-US" sz="115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150" spc="-1" strike="noStrike">
                <a:solidFill>
                  <a:srgbClr val="1a1f36"/>
                </a:solidFill>
                <a:latin typeface="Arial"/>
              </a:rPr>
              <a:t>Lập chỉ mục lại BM25 và Chroma trong phiên</a:t>
            </a:r>
            <a:endParaRPr b="0" lang="en-US" sz="115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150" spc="-1" strike="noStrike">
                <a:solidFill>
                  <a:srgbClr val="1a1f36"/>
                </a:solidFill>
                <a:latin typeface="Arial"/>
              </a:rPr>
              <a:t>Embedding MiniLM-L12 đa ngôn ngữ</a:t>
            </a:r>
            <a:endParaRPr b="0" lang="en-US" sz="1150" spc="-1" strike="noStrike">
              <a:solidFill>
                <a:srgbClr val="000000"/>
              </a:solidFill>
              <a:latin typeface="Arial"/>
            </a:endParaRPr>
          </a:p>
        </p:txBody>
      </p:sp>
      <p:sp>
        <p:nvSpPr>
          <p:cNvPr id="241" name="Right Arrow 15"/>
          <p:cNvSpPr/>
          <p:nvPr/>
        </p:nvSpPr>
        <p:spPr>
          <a:xfrm>
            <a:off x="8851320" y="2240280"/>
            <a:ext cx="273960" cy="328680"/>
          </a:xfrm>
          <a:prstGeom prst="rightArrow">
            <a:avLst>
              <a:gd name="adj1" fmla="val 50000"/>
              <a:gd name="adj2" fmla="val 50000"/>
            </a:avLst>
          </a:prstGeom>
          <a:solidFill>
            <a:srgbClr val="00c85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42" name="Rounded Rectangle 16"/>
          <p:cNvSpPr/>
          <p:nvPr/>
        </p:nvSpPr>
        <p:spPr>
          <a:xfrm>
            <a:off x="9135000" y="1371600"/>
            <a:ext cx="2605680" cy="456840"/>
          </a:xfrm>
          <a:prstGeom prst="roundRect">
            <a:avLst>
              <a:gd name="adj" fmla="val 6000"/>
            </a:avLst>
          </a:prstGeom>
          <a:solidFill>
            <a:srgbClr val="142a6b"/>
          </a:solidFill>
          <a:ln>
            <a:noFill/>
          </a:ln>
        </p:spPr>
        <p:style>
          <a:lnRef idx="1">
            <a:schemeClr val="accent1"/>
          </a:lnRef>
          <a:fillRef idx="3">
            <a:schemeClr val="accent1"/>
          </a:fillRef>
          <a:effectRef idx="2">
            <a:schemeClr val="accent1"/>
          </a:effectRef>
          <a:fontRef idx="minor"/>
        </p:style>
        <p:txBody>
          <a:bodyPr lIns="45720" rIns="45720" tIns="91440" bIns="91440" anchor="ctr">
            <a:noAutofit/>
          </a:bodyPr>
          <a:p>
            <a:pPr algn="ctr" defTabSz="914400">
              <a:lnSpc>
                <a:spcPct val="100000"/>
              </a:lnSpc>
            </a:pPr>
            <a:r>
              <a:rPr b="1" lang="en-US" sz="1400" spc="-1" strike="noStrike">
                <a:solidFill>
                  <a:srgbClr val="ffffff"/>
                </a:solidFill>
                <a:latin typeface="Arial"/>
              </a:rPr>
              <a:t>Trợ lý RAG</a:t>
            </a:r>
            <a:endParaRPr b="0" lang="en-US" sz="1400" spc="-1" strike="noStrike">
              <a:solidFill>
                <a:srgbClr val="ffffff"/>
              </a:solidFill>
              <a:latin typeface="Arial"/>
            </a:endParaRPr>
          </a:p>
        </p:txBody>
      </p:sp>
      <p:sp>
        <p:nvSpPr>
          <p:cNvPr id="243" name="Rounded Rectangle 17"/>
          <p:cNvSpPr/>
          <p:nvPr/>
        </p:nvSpPr>
        <p:spPr>
          <a:xfrm>
            <a:off x="9135000" y="1828800"/>
            <a:ext cx="2605680" cy="146268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marL="146160" indent="-146160" defTabSz="914400">
              <a:lnSpc>
                <a:spcPct val="100000"/>
              </a:lnSpc>
              <a:spcAft>
                <a:spcPts val="400"/>
              </a:spcAft>
              <a:buClr>
                <a:srgbClr val="1a1f36"/>
              </a:buClr>
              <a:buFont typeface="Symbol" charset="2"/>
              <a:buChar char=""/>
            </a:pPr>
            <a:r>
              <a:rPr b="0" lang="en-US" sz="1150" spc="-1" strike="noStrike">
                <a:solidFill>
                  <a:srgbClr val="1a1f36"/>
                </a:solidFill>
                <a:latin typeface="Arial"/>
              </a:rPr>
              <a:t>BM25 theo trọng số trường + vector → RRF</a:t>
            </a:r>
            <a:endParaRPr b="0" lang="en-US" sz="115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150" spc="-1" strike="noStrike">
                <a:solidFill>
                  <a:srgbClr val="1a1f36"/>
                </a:solidFill>
                <a:latin typeface="Arial"/>
              </a:rPr>
              <a:t>Cổng OOS (ngưỡng 0,55) trước khi gọi LLM</a:t>
            </a:r>
            <a:endParaRPr b="0" lang="en-US" sz="115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150" spc="-1" strike="noStrike">
                <a:solidFill>
                  <a:srgbClr val="1a1f36"/>
                </a:solidFill>
                <a:latin typeface="Arial"/>
              </a:rPr>
              <a:t>Trả lời tiếng Việt, nguồn đã xác thực</a:t>
            </a:r>
            <a:endParaRPr b="0" lang="en-US" sz="1150" spc="-1" strike="noStrike">
              <a:solidFill>
                <a:srgbClr val="000000"/>
              </a:solidFill>
              <a:latin typeface="Arial"/>
            </a:endParaRPr>
          </a:p>
        </p:txBody>
      </p:sp>
      <p:sp>
        <p:nvSpPr>
          <p:cNvPr id="244" name="Rounded Rectangle 18"/>
          <p:cNvSpPr/>
          <p:nvPr/>
        </p:nvSpPr>
        <p:spPr>
          <a:xfrm>
            <a:off x="411480" y="3474720"/>
            <a:ext cx="3657240" cy="2331360"/>
          </a:xfrm>
          <a:prstGeom prst="roundRect">
            <a:avLst>
              <a:gd name="adj" fmla="val 6000"/>
            </a:avLst>
          </a:prstGeom>
          <a:solidFill>
            <a:srgbClr val="ffffff"/>
          </a:solidFill>
          <a:ln w="9525">
            <a:solidFill>
              <a:srgbClr val="c9d3ea"/>
            </a:solidFill>
          </a:ln>
        </p:spPr>
        <p:style>
          <a:lnRef idx="1">
            <a:schemeClr val="accent1"/>
          </a:lnRef>
          <a:fillRef idx="3">
            <a:schemeClr val="accent1"/>
          </a:fillRef>
          <a:effectRef idx="2">
            <a:schemeClr val="accent1"/>
          </a:effectRef>
          <a:fontRef idx="minor"/>
        </p:style>
        <p:txBody>
          <a:bodyPr lIns="182880" rIns="182880" tIns="91440" bIns="91440" anchor="t">
            <a:noAutofit/>
          </a:bodyPr>
          <a:p>
            <a:pPr defTabSz="914400">
              <a:lnSpc>
                <a:spcPct val="100000"/>
              </a:lnSpc>
              <a:spcAft>
                <a:spcPts val="601"/>
              </a:spcAft>
            </a:pPr>
            <a:r>
              <a:rPr b="1" lang="en-US" sz="1400" spc="-1" strike="noStrike">
                <a:solidFill>
                  <a:srgbClr val="142a6b"/>
                </a:solidFill>
                <a:latin typeface="Arial"/>
              </a:rPr>
              <a:t>Stack đang dùng</a:t>
            </a:r>
            <a:endParaRPr b="0" lang="en-US" sz="140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200" spc="-1" strike="noStrike">
                <a:solidFill>
                  <a:srgbClr val="1a1f36"/>
                </a:solidFill>
                <a:latin typeface="Arial"/>
              </a:rPr>
              <a:t>Python + Streamlit (4 trang)</a:t>
            </a:r>
            <a:endParaRPr b="0" lang="en-US" sz="120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200" spc="-1" strike="noStrike">
                <a:solidFill>
                  <a:srgbClr val="1a1f36"/>
                </a:solidFill>
                <a:latin typeface="Arial"/>
              </a:rPr>
              <a:t>Pydantic, ChromaDB</a:t>
            </a:r>
            <a:endParaRPr b="0" lang="en-US" sz="120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200" spc="-1" strike="noStrike">
                <a:solidFill>
                  <a:srgbClr val="1a1f36"/>
                </a:solidFill>
                <a:latin typeface="Arial"/>
              </a:rPr>
              <a:t>sentence-transformers đa ngôn ngữ</a:t>
            </a:r>
            <a:endParaRPr b="0" lang="en-US" sz="120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200" spc="-1" strike="noStrike">
                <a:solidFill>
                  <a:srgbClr val="1a1f36"/>
                </a:solidFill>
                <a:latin typeface="Arial"/>
              </a:rPr>
              <a:t>LLM cấu hình qua .env</a:t>
            </a:r>
            <a:endParaRPr b="0" lang="en-US" sz="1200" spc="-1" strike="noStrike">
              <a:solidFill>
                <a:srgbClr val="000000"/>
              </a:solidFill>
              <a:latin typeface="Arial"/>
            </a:endParaRPr>
          </a:p>
        </p:txBody>
      </p:sp>
      <p:sp>
        <p:nvSpPr>
          <p:cNvPr id="245" name="Rounded Rectangle 19"/>
          <p:cNvSpPr/>
          <p:nvPr/>
        </p:nvSpPr>
        <p:spPr>
          <a:xfrm>
            <a:off x="4251960" y="3474720"/>
            <a:ext cx="3657240" cy="2331360"/>
          </a:xfrm>
          <a:prstGeom prst="roundRect">
            <a:avLst>
              <a:gd name="adj" fmla="val 6000"/>
            </a:avLst>
          </a:prstGeom>
          <a:solidFill>
            <a:srgbClr val="ffffff"/>
          </a:solidFill>
          <a:ln w="9525">
            <a:solidFill>
              <a:srgbClr val="c9d3ea"/>
            </a:solidFill>
          </a:ln>
        </p:spPr>
        <p:style>
          <a:lnRef idx="1">
            <a:schemeClr val="accent1"/>
          </a:lnRef>
          <a:fillRef idx="3">
            <a:schemeClr val="accent1"/>
          </a:fillRef>
          <a:effectRef idx="2">
            <a:schemeClr val="accent1"/>
          </a:effectRef>
          <a:fontRef idx="minor"/>
        </p:style>
        <p:txBody>
          <a:bodyPr lIns="182880" rIns="182880" tIns="91440" bIns="91440" anchor="t">
            <a:noAutofit/>
          </a:bodyPr>
          <a:p>
            <a:pPr defTabSz="914400">
              <a:lnSpc>
                <a:spcPct val="100000"/>
              </a:lnSpc>
              <a:spcAft>
                <a:spcPts val="601"/>
              </a:spcAft>
            </a:pPr>
            <a:r>
              <a:rPr b="1" lang="en-US" sz="1400" spc="-1" strike="noStrike">
                <a:solidFill>
                  <a:srgbClr val="142a6b"/>
                </a:solidFill>
                <a:latin typeface="Arial"/>
              </a:rPr>
              <a:t>Đánh giá</a:t>
            </a:r>
            <a:endParaRPr b="0" lang="en-US" sz="140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200" spc="-1" strike="noStrike">
                <a:solidFill>
                  <a:srgbClr val="1a1f36"/>
                </a:solidFill>
                <a:latin typeface="Arial"/>
              </a:rPr>
              <a:t>Dev 10 câu (8 trong phạm vi, 2 ngoài); held-out 38 câu</a:t>
            </a:r>
            <a:endParaRPr b="0" lang="en-US" sz="120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200" spc="-1" strike="noStrike">
                <a:solidFill>
                  <a:srgbClr val="1a1f36"/>
                </a:solidFill>
                <a:latin typeface="Arial"/>
              </a:rPr>
              <a:t>So ba chế độ: lexical, semantic, hybrid</a:t>
            </a:r>
            <a:endParaRPr b="0" lang="en-US" sz="120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200" spc="-1" strike="noStrike">
                <a:solidFill>
                  <a:srgbClr val="1a1f36"/>
                </a:solidFill>
                <a:latin typeface="Arial"/>
              </a:rPr>
              <a:t>Chấm: truy xuất, nguyên nhân, hành động, an toàn</a:t>
            </a:r>
            <a:endParaRPr b="0" lang="en-US" sz="1200" spc="-1" strike="noStrike">
              <a:solidFill>
                <a:srgbClr val="000000"/>
              </a:solidFill>
              <a:latin typeface="Arial"/>
            </a:endParaRPr>
          </a:p>
        </p:txBody>
      </p:sp>
      <p:sp>
        <p:nvSpPr>
          <p:cNvPr id="246" name="Rounded Rectangle 20"/>
          <p:cNvSpPr/>
          <p:nvPr/>
        </p:nvSpPr>
        <p:spPr>
          <a:xfrm>
            <a:off x="8092440" y="3474720"/>
            <a:ext cx="3657240" cy="2331360"/>
          </a:xfrm>
          <a:prstGeom prst="roundRect">
            <a:avLst>
              <a:gd name="adj" fmla="val 6000"/>
            </a:avLst>
          </a:prstGeom>
          <a:solidFill>
            <a:srgbClr val="ffffff"/>
          </a:solidFill>
          <a:ln w="9525">
            <a:solidFill>
              <a:srgbClr val="c9d3ea"/>
            </a:solidFill>
          </a:ln>
        </p:spPr>
        <p:style>
          <a:lnRef idx="1">
            <a:schemeClr val="accent1"/>
          </a:lnRef>
          <a:fillRef idx="3">
            <a:schemeClr val="accent1"/>
          </a:fillRef>
          <a:effectRef idx="2">
            <a:schemeClr val="accent1"/>
          </a:effectRef>
          <a:fontRef idx="minor"/>
        </p:style>
        <p:txBody>
          <a:bodyPr lIns="182880" rIns="182880" tIns="91440" bIns="91440" anchor="t">
            <a:noAutofit/>
          </a:bodyPr>
          <a:p>
            <a:pPr defTabSz="914400">
              <a:lnSpc>
                <a:spcPct val="100000"/>
              </a:lnSpc>
              <a:spcAft>
                <a:spcPts val="601"/>
              </a:spcAft>
            </a:pPr>
            <a:r>
              <a:rPr b="1" lang="en-US" sz="1400" spc="-1" strike="noStrike">
                <a:solidFill>
                  <a:srgbClr val="142a6b"/>
                </a:solidFill>
                <a:latin typeface="Arial"/>
              </a:rPr>
              <a:t>Bảo mật &amp; giới hạn</a:t>
            </a:r>
            <a:endParaRPr b="0" lang="en-US" sz="140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200" spc="-1" strike="noStrike">
                <a:solidFill>
                  <a:srgbClr val="1a1f36"/>
                </a:solidFill>
                <a:latin typeface="Arial"/>
              </a:rPr>
              <a:t>API key trong .env, không hiển thị</a:t>
            </a:r>
            <a:endParaRPr b="0" lang="en-US" sz="120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200" spc="-1" strike="noStrike">
                <a:solidFill>
                  <a:srgbClr val="1a1f36"/>
                </a:solidFill>
                <a:latin typeface="Arial"/>
              </a:rPr>
              <a:t>Toàn bộ dữ liệu mẫu là synthetic</a:t>
            </a:r>
            <a:endParaRPr b="0" lang="en-US" sz="120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200" spc="-1" strike="noStrike">
                <a:solidFill>
                  <a:srgbClr val="1a1f36"/>
                </a:solidFill>
                <a:latin typeface="Arial"/>
              </a:rPr>
              <a:t>Thẻ mới chỉ lưu trong phiên, chưa bền vững</a:t>
            </a:r>
            <a:endParaRPr b="0" lang="en-US" sz="120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0" lang="en-US" sz="1200" spc="-1" strike="noStrike">
                <a:solidFill>
                  <a:srgbClr val="1a1f36"/>
                </a:solidFill>
                <a:latin typeface="Arial"/>
              </a:rPr>
              <a:t>Chưa xác minh chạy on-premise</a:t>
            </a:r>
            <a:endParaRPr b="0" lang="en-US" sz="1200" spc="-1" strike="noStrike">
              <a:solidFill>
                <a:srgbClr val="000000"/>
              </a:solidFill>
              <a:latin typeface="Arial"/>
            </a:endParaRPr>
          </a:p>
        </p:txBody>
      </p:sp>
      <p:sp>
        <p:nvSpPr>
          <p:cNvPr id="247" name="Key message"/>
          <p:cNvSpPr/>
          <p:nvPr/>
        </p:nvSpPr>
        <p:spPr>
          <a:xfrm>
            <a:off x="411480" y="6269760"/>
            <a:ext cx="11338200" cy="25236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300" spc="-1" strike="noStrike">
                <a:solidFill>
                  <a:srgbClr val="ffffff"/>
                </a:solidFill>
                <a:latin typeface="Arial"/>
              </a:rPr>
              <a:t>Prototype chạy end-to-end trên stack tối giản; lưu bền và triển khai nội bộ là bước tiếp theo.</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8" name="Picture 6" descr="A blue and green rectangle with a circle and lines&#10;&#10;AI-generated content may be incorrect."/>
          <p:cNvPicPr/>
          <p:nvPr/>
        </p:nvPicPr>
        <p:blipFill>
          <a:blip r:embed="rId1"/>
          <a:srcRect l="0" t="32802" r="0" b="51582"/>
          <a:stretch/>
        </p:blipFill>
        <p:spPr>
          <a:xfrm>
            <a:off x="0" y="5833080"/>
            <a:ext cx="12191760" cy="1024560"/>
          </a:xfrm>
          <a:prstGeom prst="rect">
            <a:avLst/>
          </a:prstGeom>
          <a:ln w="0">
            <a:noFill/>
          </a:ln>
        </p:spPr>
      </p:pic>
      <p:sp>
        <p:nvSpPr>
          <p:cNvPr id="249" name="PlaceHolder 1"/>
          <p:cNvSpPr>
            <a:spLocks noGrp="1"/>
          </p:cNvSpPr>
          <p:nvPr>
            <p:ph type="title"/>
          </p:nvPr>
        </p:nvSpPr>
        <p:spPr>
          <a:xfrm>
            <a:off x="5911200" y="237960"/>
            <a:ext cx="10515240" cy="1325160"/>
          </a:xfrm>
          <a:prstGeom prst="rect">
            <a:avLst/>
          </a:prstGeom>
          <a:noFill/>
          <a:ln w="0">
            <a:noFill/>
          </a:ln>
        </p:spPr>
        <p:txBody>
          <a:bodyPr lIns="90000" rIns="90000" tIns="45000" bIns="45000" anchor="t">
            <a:noAutofit/>
          </a:bodyPr>
          <a:p>
            <a:pPr indent="0" defTabSz="914400">
              <a:lnSpc>
                <a:spcPct val="90000"/>
              </a:lnSpc>
              <a:buNone/>
            </a:pPr>
            <a:r>
              <a:rPr b="1" lang="en-US" sz="2800" spc="-1" strike="noStrike">
                <a:solidFill>
                  <a:schemeClr val="lt1"/>
                </a:solidFill>
                <a:latin typeface="Times New Roman"/>
              </a:rPr>
              <a:t>Kết quả đo &amp; hiệu quả</a:t>
            </a:r>
            <a:endParaRPr b="0" lang="en-US" sz="2800" spc="-1" strike="noStrike">
              <a:solidFill>
                <a:schemeClr val="dk1"/>
              </a:solidFill>
              <a:latin typeface="Calibri"/>
            </a:endParaRPr>
          </a:p>
        </p:txBody>
      </p:sp>
      <p:sp>
        <p:nvSpPr>
          <p:cNvPr id="250" name="Rounded Rectangle 7"/>
          <p:cNvSpPr/>
          <p:nvPr/>
        </p:nvSpPr>
        <p:spPr>
          <a:xfrm>
            <a:off x="411480" y="1371600"/>
            <a:ext cx="3931560" cy="1371240"/>
          </a:xfrm>
          <a:prstGeom prst="roundRect">
            <a:avLst>
              <a:gd name="adj" fmla="val 6000"/>
            </a:avLst>
          </a:prstGeom>
          <a:solidFill>
            <a:srgbClr val="0b1a4a"/>
          </a:solidFill>
          <a:ln>
            <a:no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ffffff"/>
              </a:solidFill>
              <a:latin typeface="Arial"/>
            </a:endParaRPr>
          </a:p>
        </p:txBody>
      </p:sp>
      <p:sp>
        <p:nvSpPr>
          <p:cNvPr id="251" name="TextBox 8"/>
          <p:cNvSpPr/>
          <p:nvPr/>
        </p:nvSpPr>
        <p:spPr>
          <a:xfrm>
            <a:off x="548640" y="1481400"/>
            <a:ext cx="3657240" cy="48132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1" lang="en-US" sz="2800" spc="-1" strike="noStrike">
                <a:solidFill>
                  <a:srgbClr val="00c858"/>
                </a:solidFill>
                <a:latin typeface="Arial"/>
              </a:rPr>
              <a:t>10/10</a:t>
            </a:r>
            <a:endParaRPr b="0" lang="en-US" sz="2800" spc="-1" strike="noStrike">
              <a:solidFill>
                <a:srgbClr val="ffffff"/>
              </a:solidFill>
              <a:latin typeface="Arial"/>
            </a:endParaRPr>
          </a:p>
        </p:txBody>
      </p:sp>
      <p:sp>
        <p:nvSpPr>
          <p:cNvPr id="252" name="TextBox 9"/>
          <p:cNvSpPr/>
          <p:nvPr/>
        </p:nvSpPr>
        <p:spPr>
          <a:xfrm>
            <a:off x="548640" y="2057400"/>
            <a:ext cx="3657240" cy="40500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150" spc="-1" strike="noStrike">
                <a:solidFill>
                  <a:srgbClr val="ffffff"/>
                </a:solidFill>
                <a:latin typeface="Arial"/>
              </a:rPr>
              <a:t>câu đạt trên benchmark phát triển (hybrid, đã hiệu chỉnh trên chính bộ này; lexical 9/10, semantic 8/10)</a:t>
            </a:r>
            <a:endParaRPr b="0" lang="en-US" sz="1150" spc="-1" strike="noStrike">
              <a:solidFill>
                <a:srgbClr val="ffffff"/>
              </a:solidFill>
              <a:latin typeface="Arial"/>
            </a:endParaRPr>
          </a:p>
        </p:txBody>
      </p:sp>
      <p:sp>
        <p:nvSpPr>
          <p:cNvPr id="253" name="Rounded Rectangle 10"/>
          <p:cNvSpPr/>
          <p:nvPr/>
        </p:nvSpPr>
        <p:spPr>
          <a:xfrm>
            <a:off x="411480" y="2853000"/>
            <a:ext cx="3931560" cy="1371240"/>
          </a:xfrm>
          <a:prstGeom prst="roundRect">
            <a:avLst>
              <a:gd name="adj" fmla="val 6000"/>
            </a:avLst>
          </a:prstGeom>
          <a:solidFill>
            <a:srgbClr val="0b1a4a"/>
          </a:solidFill>
          <a:ln>
            <a:no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ffffff"/>
              </a:solidFill>
              <a:latin typeface="Arial"/>
            </a:endParaRPr>
          </a:p>
        </p:txBody>
      </p:sp>
      <p:sp>
        <p:nvSpPr>
          <p:cNvPr id="254" name="TextBox 11"/>
          <p:cNvSpPr/>
          <p:nvPr/>
        </p:nvSpPr>
        <p:spPr>
          <a:xfrm>
            <a:off x="548640" y="2962800"/>
            <a:ext cx="3657240" cy="48132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1" lang="en-US" sz="2800" spc="-1" strike="noStrike">
                <a:solidFill>
                  <a:srgbClr val="00c858"/>
                </a:solidFill>
                <a:latin typeface="Arial"/>
              </a:rPr>
              <a:t>34/38</a:t>
            </a:r>
            <a:endParaRPr b="0" lang="en-US" sz="2800" spc="-1" strike="noStrike">
              <a:solidFill>
                <a:srgbClr val="ffffff"/>
              </a:solidFill>
              <a:latin typeface="Arial"/>
            </a:endParaRPr>
          </a:p>
        </p:txBody>
      </p:sp>
      <p:sp>
        <p:nvSpPr>
          <p:cNvPr id="255" name="TextBox 12"/>
          <p:cNvSpPr/>
          <p:nvPr/>
        </p:nvSpPr>
        <p:spPr>
          <a:xfrm>
            <a:off x="548640" y="3538800"/>
            <a:ext cx="3657240" cy="40500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150" spc="-1" strike="noStrike">
                <a:solidFill>
                  <a:srgbClr val="ffffff"/>
                </a:solidFill>
                <a:latin typeface="Arial"/>
              </a:rPr>
              <a:t>câu đúng trên bộ held-out độc lập: 26/30 truy xuất đúng và 8/8 từ chối đúng (chế độ semantic)</a:t>
            </a:r>
            <a:endParaRPr b="0" lang="en-US" sz="1150" spc="-1" strike="noStrike">
              <a:solidFill>
                <a:srgbClr val="ffffff"/>
              </a:solidFill>
              <a:latin typeface="Arial"/>
            </a:endParaRPr>
          </a:p>
        </p:txBody>
      </p:sp>
      <p:sp>
        <p:nvSpPr>
          <p:cNvPr id="256" name="Rounded Rectangle 13"/>
          <p:cNvSpPr/>
          <p:nvPr/>
        </p:nvSpPr>
        <p:spPr>
          <a:xfrm>
            <a:off x="411480" y="4334400"/>
            <a:ext cx="3931560" cy="1371240"/>
          </a:xfrm>
          <a:prstGeom prst="roundRect">
            <a:avLst>
              <a:gd name="adj" fmla="val 6000"/>
            </a:avLst>
          </a:prstGeom>
          <a:solidFill>
            <a:srgbClr val="0b1a4a"/>
          </a:solidFill>
          <a:ln>
            <a:noFill/>
          </a:ln>
        </p:spPr>
        <p:style>
          <a:lnRef idx="1">
            <a:schemeClr val="accent1"/>
          </a:lnRef>
          <a:fillRef idx="3">
            <a:schemeClr val="accent1"/>
          </a:fillRef>
          <a:effectRef idx="2">
            <a:schemeClr val="accent1"/>
          </a:effectRef>
          <a:fontRef idx="minor"/>
        </p:style>
        <p:txBody>
          <a:bodyPr lIns="137160" rIns="137160" tIns="91440" bIns="91440" anchor="t">
            <a:noAutofit/>
          </a:bodyPr>
          <a:p>
            <a:pPr defTabSz="914400">
              <a:lnSpc>
                <a:spcPct val="100000"/>
              </a:lnSpc>
            </a:pPr>
            <a:endParaRPr b="0" lang="en-US" sz="1800" spc="-1" strike="noStrike">
              <a:solidFill>
                <a:srgbClr val="ffffff"/>
              </a:solidFill>
              <a:latin typeface="Arial"/>
            </a:endParaRPr>
          </a:p>
        </p:txBody>
      </p:sp>
      <p:sp>
        <p:nvSpPr>
          <p:cNvPr id="257" name="TextBox 14"/>
          <p:cNvSpPr/>
          <p:nvPr/>
        </p:nvSpPr>
        <p:spPr>
          <a:xfrm>
            <a:off x="548640" y="4443840"/>
            <a:ext cx="3657240" cy="48132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1" lang="en-US" sz="2800" spc="-1" strike="noStrike">
                <a:solidFill>
                  <a:srgbClr val="00c858"/>
                </a:solidFill>
                <a:latin typeface="Arial"/>
              </a:rPr>
              <a:t>~17 ms</a:t>
            </a:r>
            <a:endParaRPr b="0" lang="en-US" sz="2800" spc="-1" strike="noStrike">
              <a:solidFill>
                <a:srgbClr val="ffffff"/>
              </a:solidFill>
              <a:latin typeface="Arial"/>
            </a:endParaRPr>
          </a:p>
        </p:txBody>
      </p:sp>
      <p:sp>
        <p:nvSpPr>
          <p:cNvPr id="258" name="TextBox 15"/>
          <p:cNvSpPr/>
          <p:nvPr/>
        </p:nvSpPr>
        <p:spPr>
          <a:xfrm>
            <a:off x="548640" y="5020200"/>
            <a:ext cx="3657240" cy="40500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150" spc="-1" strike="noStrike">
                <a:solidFill>
                  <a:srgbClr val="ffffff"/>
                </a:solidFill>
                <a:latin typeface="Arial"/>
              </a:rPr>
              <a:t>độ trễ truy xuất hybrid, đo lại mỗi lần chạy (chưa gồm thời gian LLM)</a:t>
            </a:r>
            <a:endParaRPr b="0" lang="en-US" sz="1150" spc="-1" strike="noStrike">
              <a:solidFill>
                <a:srgbClr val="ffffff"/>
              </a:solidFill>
              <a:latin typeface="Arial"/>
            </a:endParaRPr>
          </a:p>
        </p:txBody>
      </p:sp>
      <p:graphicFrame>
        <p:nvGraphicFramePr>
          <p:cNvPr id="259" name="Comparison table"/>
          <p:cNvGraphicFramePr/>
          <p:nvPr/>
        </p:nvGraphicFramePr>
        <p:xfrm>
          <a:off x="4572000" y="1371600"/>
          <a:ext cx="7177680" cy="2377080"/>
        </p:xfrm>
        <a:graphic>
          <a:graphicData uri="http://schemas.openxmlformats.org/drawingml/2006/table">
            <a:tbl>
              <a:tblPr/>
              <a:tblGrid>
                <a:gridCol w="1874160"/>
                <a:gridCol w="2514600"/>
                <a:gridCol w="2788920"/>
              </a:tblGrid>
              <a:tr h="475200">
                <a:tc>
                  <a:txBody>
                    <a:bodyPr anchor="ctr">
                      <a:noAutofit/>
                    </a:bodyPr>
                    <a:p>
                      <a:pPr defTabSz="914400">
                        <a:lnSpc>
                          <a:spcPct val="100000"/>
                        </a:lnSpc>
                      </a:pPr>
                      <a:r>
                        <a:rPr b="1" lang="en-US" sz="1200" spc="-1" strike="noStrike">
                          <a:solidFill>
                            <a:srgbClr val="ffffff"/>
                          </a:solidFill>
                          <a:latin typeface="Arial"/>
                        </a:rPr>
                        <a:t>Tiêu chí</a:t>
                      </a:r>
                      <a:endParaRPr b="0" lang="en-US" sz="12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142a6b"/>
                    </a:solidFill>
                  </a:tcPr>
                </a:tc>
                <a:tc>
                  <a:txBody>
                    <a:bodyPr anchor="ctr">
                      <a:noAutofit/>
                    </a:bodyPr>
                    <a:p>
                      <a:pPr defTabSz="914400">
                        <a:lnSpc>
                          <a:spcPct val="100000"/>
                        </a:lnSpc>
                      </a:pPr>
                      <a:r>
                        <a:rPr b="1" lang="en-US" sz="1200" spc="-1" strike="noStrike">
                          <a:solidFill>
                            <a:srgbClr val="ffffff"/>
                          </a:solidFill>
                          <a:latin typeface="Arial"/>
                        </a:rPr>
                        <a:t>Cách truyền thống</a:t>
                      </a:r>
                      <a:endParaRPr b="0" lang="en-US" sz="12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142a6b"/>
                    </a:solidFill>
                  </a:tcPr>
                </a:tc>
                <a:tc>
                  <a:txBody>
                    <a:bodyPr anchor="ctr">
                      <a:noAutofit/>
                    </a:bodyPr>
                    <a:p>
                      <a:pPr defTabSz="914400">
                        <a:lnSpc>
                          <a:spcPct val="100000"/>
                        </a:lnSpc>
                      </a:pPr>
                      <a:r>
                        <a:rPr b="1" lang="en-US" sz="1200" spc="-1" strike="noStrike">
                          <a:solidFill>
                            <a:srgbClr val="ffffff"/>
                          </a:solidFill>
                          <a:latin typeface="Arial"/>
                        </a:rPr>
                        <a:t>KnowHow Capture</a:t>
                      </a:r>
                      <a:endParaRPr b="0" lang="en-US" sz="12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142a6b"/>
                    </a:solidFill>
                  </a:tcPr>
                </a:tc>
              </a:tr>
              <a:tr h="475200">
                <a:tc>
                  <a:txBody>
                    <a:bodyPr anchor="ctr">
                      <a:noAutofit/>
                    </a:bodyPr>
                    <a:p>
                      <a:pPr defTabSz="914400">
                        <a:lnSpc>
                          <a:spcPct val="100000"/>
                        </a:lnSpc>
                      </a:pPr>
                      <a:r>
                        <a:rPr b="1" lang="en-US" sz="1100" spc="-1" strike="noStrike">
                          <a:solidFill>
                            <a:srgbClr val="1a1f36"/>
                          </a:solidFill>
                          <a:latin typeface="Arial"/>
                        </a:rPr>
                        <a:t>Công của chuyên gia</a:t>
                      </a:r>
                      <a:endParaRPr b="0" lang="en-US"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2fc"/>
                    </a:solidFill>
                  </a:tcPr>
                </a:tc>
                <a:tc>
                  <a:txBody>
                    <a:bodyPr anchor="ctr">
                      <a:noAutofit/>
                    </a:bodyPr>
                    <a:p>
                      <a:pPr defTabSz="914400">
                        <a:lnSpc>
                          <a:spcPct val="100000"/>
                        </a:lnSpc>
                      </a:pPr>
                      <a:r>
                        <a:rPr b="0" lang="en-US" sz="1100" spc="-1" strike="noStrike">
                          <a:solidFill>
                            <a:srgbClr val="1a1f36"/>
                          </a:solidFill>
                          <a:latin typeface="Arial"/>
                        </a:rPr>
                        <a:t>Tự viết tài liệu, thường không có thời gian</a:t>
                      </a:r>
                      <a:endParaRPr b="0" lang="en-US"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914400">
                        <a:lnSpc>
                          <a:spcPct val="100000"/>
                        </a:lnSpc>
                      </a:pPr>
                      <a:r>
                        <a:rPr b="0" lang="en-US" sz="1100" spc="-1" strike="noStrike">
                          <a:solidFill>
                            <a:srgbClr val="088645"/>
                          </a:solidFill>
                          <a:latin typeface="Arial"/>
                        </a:rPr>
                        <a:t>Dán ghi chú, duyệt thẻ do LLM soạn sẵn</a:t>
                      </a:r>
                      <a:endParaRPr b="0" lang="en-US"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4f8ec"/>
                    </a:solidFill>
                  </a:tcPr>
                </a:tc>
              </a:tr>
              <a:tr h="475200">
                <a:tc>
                  <a:txBody>
                    <a:bodyPr anchor="ctr">
                      <a:noAutofit/>
                    </a:bodyPr>
                    <a:p>
                      <a:pPr defTabSz="914400">
                        <a:lnSpc>
                          <a:spcPct val="100000"/>
                        </a:lnSpc>
                      </a:pPr>
                      <a:r>
                        <a:rPr b="1" lang="en-US" sz="1100" spc="-1" strike="noStrike">
                          <a:solidFill>
                            <a:srgbClr val="1a1f36"/>
                          </a:solidFill>
                          <a:latin typeface="Arial"/>
                        </a:rPr>
                        <a:t>Tra cứu của kỹ sư mới</a:t>
                      </a:r>
                      <a:endParaRPr b="0" lang="en-US"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2fc"/>
                    </a:solidFill>
                  </a:tcPr>
                </a:tc>
                <a:tc>
                  <a:txBody>
                    <a:bodyPr anchor="ctr">
                      <a:noAutofit/>
                    </a:bodyPr>
                    <a:p>
                      <a:pPr defTabSz="914400">
                        <a:lnSpc>
                          <a:spcPct val="100000"/>
                        </a:lnSpc>
                      </a:pPr>
                      <a:r>
                        <a:rPr b="0" lang="en-US" sz="1100" spc="-1" strike="noStrike">
                          <a:solidFill>
                            <a:srgbClr val="1a1f36"/>
                          </a:solidFill>
                          <a:latin typeface="Arial"/>
                        </a:rPr>
                        <a:t>Hỏi miệng, lục file rời rạc</a:t>
                      </a:r>
                      <a:endParaRPr b="0" lang="en-US"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914400">
                        <a:lnSpc>
                          <a:spcPct val="100000"/>
                        </a:lnSpc>
                      </a:pPr>
                      <a:r>
                        <a:rPr b="0" lang="en-US" sz="1100" spc="-1" strike="noStrike">
                          <a:solidFill>
                            <a:srgbClr val="088645"/>
                          </a:solidFill>
                          <a:latin typeface="Arial"/>
                        </a:rPr>
                        <a:t>Hỏi tiếng Việt, nhận câu trả lời kèm nguồn</a:t>
                      </a:r>
                      <a:endParaRPr b="0" lang="en-US"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4f8ec"/>
                    </a:solidFill>
                  </a:tcPr>
                </a:tc>
              </a:tr>
              <a:tr h="475200">
                <a:tc>
                  <a:txBody>
                    <a:bodyPr anchor="ctr">
                      <a:noAutofit/>
                    </a:bodyPr>
                    <a:p>
                      <a:pPr defTabSz="914400">
                        <a:lnSpc>
                          <a:spcPct val="100000"/>
                        </a:lnSpc>
                      </a:pPr>
                      <a:r>
                        <a:rPr b="1" lang="en-US" sz="1100" spc="-1" strike="noStrike">
                          <a:solidFill>
                            <a:srgbClr val="1a1f36"/>
                          </a:solidFill>
                          <a:latin typeface="Arial"/>
                        </a:rPr>
                        <a:t>Khi chưa có tri thức</a:t>
                      </a:r>
                      <a:endParaRPr b="0" lang="en-US"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2fc"/>
                    </a:solidFill>
                  </a:tcPr>
                </a:tc>
                <a:tc>
                  <a:txBody>
                    <a:bodyPr anchor="ctr">
                      <a:noAutofit/>
                    </a:bodyPr>
                    <a:p>
                      <a:pPr defTabSz="914400">
                        <a:lnSpc>
                          <a:spcPct val="100000"/>
                        </a:lnSpc>
                      </a:pPr>
                      <a:r>
                        <a:rPr b="0" lang="en-US" sz="1100" spc="-1" strike="noStrike">
                          <a:solidFill>
                            <a:srgbClr val="1a1f36"/>
                          </a:solidFill>
                          <a:latin typeface="Arial"/>
                        </a:rPr>
                        <a:t>Đoán hoặc hỏi vòng quanh</a:t>
                      </a:r>
                      <a:endParaRPr b="0" lang="en-US"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914400">
                        <a:lnSpc>
                          <a:spcPct val="100000"/>
                        </a:lnSpc>
                      </a:pPr>
                      <a:r>
                        <a:rPr b="0" lang="en-US" sz="1100" spc="-1" strike="noStrike">
                          <a:solidFill>
                            <a:srgbClr val="088645"/>
                          </a:solidFill>
                          <a:latin typeface="Arial"/>
                        </a:rPr>
                        <a:t>Từ chối rõ ràng, không bịa hướng dẫn</a:t>
                      </a:r>
                      <a:endParaRPr b="0" lang="en-US"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4f8ec"/>
                    </a:solidFill>
                  </a:tcPr>
                </a:tc>
              </a:tr>
              <a:tr h="475200">
                <a:tc>
                  <a:txBody>
                    <a:bodyPr anchor="ctr">
                      <a:noAutofit/>
                    </a:bodyPr>
                    <a:p>
                      <a:pPr defTabSz="914400">
                        <a:lnSpc>
                          <a:spcPct val="100000"/>
                        </a:lnSpc>
                      </a:pPr>
                      <a:r>
                        <a:rPr b="1" lang="en-US" sz="1100" spc="-1" strike="noStrike">
                          <a:solidFill>
                            <a:srgbClr val="1a1f36"/>
                          </a:solidFill>
                          <a:latin typeface="Arial"/>
                        </a:rPr>
                        <a:t>Khi chuyên gia nghỉ hưu</a:t>
                      </a:r>
                      <a:endParaRPr b="0" lang="en-US"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2fc"/>
                    </a:solidFill>
                  </a:tcPr>
                </a:tc>
                <a:tc>
                  <a:txBody>
                    <a:bodyPr anchor="ctr">
                      <a:noAutofit/>
                    </a:bodyPr>
                    <a:p>
                      <a:pPr defTabSz="914400">
                        <a:lnSpc>
                          <a:spcPct val="100000"/>
                        </a:lnSpc>
                      </a:pPr>
                      <a:r>
                        <a:rPr b="0" lang="en-US" sz="1100" spc="-1" strike="noStrike">
                          <a:solidFill>
                            <a:srgbClr val="1a1f36"/>
                          </a:solidFill>
                          <a:latin typeface="Arial"/>
                        </a:rPr>
                        <a:t>Tri thức mất theo</a:t>
                      </a:r>
                      <a:endParaRPr b="0" lang="en-US"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914400">
                        <a:lnSpc>
                          <a:spcPct val="100000"/>
                        </a:lnSpc>
                      </a:pPr>
                      <a:r>
                        <a:rPr b="0" lang="en-US" sz="1100" spc="-1" strike="noStrike">
                          <a:solidFill>
                            <a:srgbClr val="088645"/>
                          </a:solidFill>
                          <a:latin typeface="Arial"/>
                        </a:rPr>
                        <a:t>Tri thức còn lại, tái sử dụng được</a:t>
                      </a:r>
                      <a:endParaRPr b="0" lang="en-US"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4f8ec"/>
                    </a:solidFill>
                  </a:tcPr>
                </a:tc>
              </a:tr>
            </a:tbl>
          </a:graphicData>
        </a:graphic>
      </p:graphicFrame>
      <p:sp>
        <p:nvSpPr>
          <p:cNvPr id="260" name="Rounded Rectangle 17"/>
          <p:cNvSpPr/>
          <p:nvPr/>
        </p:nvSpPr>
        <p:spPr>
          <a:xfrm>
            <a:off x="4572000" y="3977640"/>
            <a:ext cx="7177680" cy="1828440"/>
          </a:xfrm>
          <a:prstGeom prst="roundRect">
            <a:avLst>
              <a:gd name="adj" fmla="val 6000"/>
            </a:avLst>
          </a:prstGeom>
          <a:solidFill>
            <a:srgbClr val="ffffff"/>
          </a:solidFill>
          <a:ln w="9525">
            <a:solidFill>
              <a:srgbClr val="c9d3ea"/>
            </a:solidFill>
          </a:ln>
        </p:spPr>
        <p:style>
          <a:lnRef idx="1">
            <a:schemeClr val="accent1"/>
          </a:lnRef>
          <a:fillRef idx="3">
            <a:schemeClr val="accent1"/>
          </a:fillRef>
          <a:effectRef idx="2">
            <a:schemeClr val="accent1"/>
          </a:effectRef>
          <a:fontRef idx="minor"/>
        </p:style>
        <p:txBody>
          <a:bodyPr lIns="182880" rIns="182880" tIns="91440" bIns="91440" anchor="t">
            <a:noAutofit/>
          </a:bodyPr>
          <a:p>
            <a:pPr defTabSz="914400">
              <a:lnSpc>
                <a:spcPct val="100000"/>
              </a:lnSpc>
              <a:spcAft>
                <a:spcPts val="499"/>
              </a:spcAft>
            </a:pPr>
            <a:r>
              <a:rPr b="1" lang="en-US" sz="1400" spc="-1" strike="noStrike">
                <a:solidFill>
                  <a:srgbClr val="142a6b"/>
                </a:solidFill>
                <a:latin typeface="Arial"/>
              </a:rPr>
              <a:t>Giới hạn trung thực &amp; kịch bản ROI</a:t>
            </a:r>
            <a:endParaRPr b="0" lang="en-US" sz="140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1" lang="en-US" sz="1150" spc="-1" strike="noStrike">
                <a:solidFill>
                  <a:srgbClr val="1a1f36"/>
                </a:solidFill>
                <a:latin typeface="Arial"/>
              </a:rPr>
              <a:t>Dữ liệu: </a:t>
            </a:r>
            <a:r>
              <a:rPr b="0" lang="en-US" sz="1150" spc="-1" strike="noStrike">
                <a:solidFill>
                  <a:srgbClr val="1a1f36"/>
                </a:solidFill>
                <a:latin typeface="Arial"/>
              </a:rPr>
              <a:t>toàn bộ là synthetic; benchmark do đội tự xây, không phải số liệu DENSO.</a:t>
            </a:r>
            <a:endParaRPr b="0" lang="en-US" sz="1150" spc="-1" strike="noStrike">
              <a:solidFill>
                <a:srgbClr val="000000"/>
              </a:solidFill>
              <a:latin typeface="Arial"/>
            </a:endParaRPr>
          </a:p>
          <a:p>
            <a:pPr marL="146160" indent="-146160" defTabSz="914400">
              <a:lnSpc>
                <a:spcPct val="100000"/>
              </a:lnSpc>
              <a:spcAft>
                <a:spcPts val="400"/>
              </a:spcAft>
              <a:buClr>
                <a:srgbClr val="1a1f36"/>
              </a:buClr>
              <a:buFont typeface="Symbol" charset="2"/>
              <a:buChar char=""/>
            </a:pPr>
            <a:r>
              <a:rPr b="1" lang="en-US" sz="1150" spc="-1" strike="noStrike">
                <a:solidFill>
                  <a:srgbClr val="1a1f36"/>
                </a:solidFill>
                <a:latin typeface="Arial"/>
              </a:rPr>
              <a:t>Còn sai: </a:t>
            </a:r>
            <a:r>
              <a:rPr b="0" lang="en-US" sz="1150" spc="-1" strike="noStrike">
                <a:solidFill>
                  <a:srgbClr val="1a1f36"/>
                </a:solidFill>
                <a:latin typeface="Arial"/>
              </a:rPr>
              <a:t>4/30 câu held-out truy xuất sai (HO-009, 014, 017, 021) là đầu việc cải tiến kế tiếp.</a:t>
            </a:r>
            <a:endParaRPr b="0" lang="en-US" sz="1150" spc="-1" strike="noStrike">
              <a:solidFill>
                <a:srgbClr val="000000"/>
              </a:solidFill>
              <a:latin typeface="Arial"/>
            </a:endParaRPr>
          </a:p>
          <a:p>
            <a:pPr marL="146160" indent="-146160" defTabSz="914400">
              <a:lnSpc>
                <a:spcPct val="100000"/>
              </a:lnSpc>
              <a:buClr>
                <a:srgbClr val="1a1f36"/>
              </a:buClr>
              <a:buFont typeface="Symbol" charset="2"/>
              <a:buChar char=""/>
            </a:pPr>
            <a:r>
              <a:rPr b="1" lang="en-US" sz="1150" spc="-1" strike="noStrike">
                <a:solidFill>
                  <a:srgbClr val="1a1f36"/>
                </a:solidFill>
                <a:latin typeface="Arial"/>
              </a:rPr>
              <a:t>Giả định: </a:t>
            </a:r>
            <a:r>
              <a:rPr b="0" lang="en-US" sz="1150" spc="-1" strike="noStrike">
                <a:solidFill>
                  <a:srgbClr val="1a1f36"/>
                </a:solidFill>
                <a:latin typeface="Arial"/>
              </a:rPr>
              <a:t>45 phút → 1,5 phút (30×) là kịch bản minh họa; cần đo thời gian thực với người dùng DENSO.</a:t>
            </a:r>
            <a:endParaRPr b="0" lang="en-US" sz="1150" spc="-1" strike="noStrike">
              <a:solidFill>
                <a:srgbClr val="000000"/>
              </a:solidFill>
              <a:latin typeface="Arial"/>
            </a:endParaRPr>
          </a:p>
        </p:txBody>
      </p:sp>
      <p:sp>
        <p:nvSpPr>
          <p:cNvPr id="261" name="Key message"/>
          <p:cNvSpPr/>
          <p:nvPr/>
        </p:nvSpPr>
        <p:spPr>
          <a:xfrm>
            <a:off x="411480" y="6269760"/>
            <a:ext cx="11338200" cy="252360"/>
          </a:xfrm>
          <a:prstGeom prst="rect">
            <a:avLst/>
          </a:prstGeom>
          <a:noFill/>
          <a:ln w="0">
            <a:noFill/>
          </a:ln>
        </p:spPr>
        <p:style>
          <a:lnRef idx="0"/>
          <a:fillRef idx="0"/>
          <a:effectRef idx="0"/>
          <a:fontRef idx="minor"/>
        </p:style>
        <p:txBody>
          <a:bodyPr lIns="45720" rIns="45720" tIns="27360" bIns="27360" anchor="ctr">
            <a:spAutoFit/>
          </a:bodyPr>
          <a:p>
            <a:pPr defTabSz="914400">
              <a:lnSpc>
                <a:spcPct val="100000"/>
              </a:lnSpc>
            </a:pPr>
            <a:r>
              <a:rPr b="1" lang="en-US" sz="1300" spc="-1" strike="noStrike">
                <a:solidFill>
                  <a:srgbClr val="ffffff"/>
                </a:solidFill>
                <a:latin typeface="Arial"/>
              </a:rPr>
              <a:t>Số liệu lấy từ lần chạy thật trên dữ liệu synthetic; mọi con số giả định đều được gắn nhãn.</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5911200" y="237960"/>
            <a:ext cx="10515240" cy="1325160"/>
          </a:xfrm>
          <a:prstGeom prst="rect">
            <a:avLst/>
          </a:prstGeom>
          <a:noFill/>
          <a:ln w="0">
            <a:noFill/>
          </a:ln>
        </p:spPr>
        <p:txBody>
          <a:bodyPr lIns="90000" rIns="90000" tIns="45000" bIns="45000" anchor="t">
            <a:noAutofit/>
          </a:bodyPr>
          <a:p>
            <a:pPr indent="0" defTabSz="914400">
              <a:lnSpc>
                <a:spcPct val="90000"/>
              </a:lnSpc>
              <a:buNone/>
            </a:pPr>
            <a:r>
              <a:rPr b="1" lang="en-US" sz="2800" spc="-1" strike="noStrike">
                <a:solidFill>
                  <a:schemeClr val="lt1"/>
                </a:solidFill>
                <a:latin typeface="Times New Roman"/>
              </a:rPr>
              <a:t>Hiện trạng &amp; lộ trình đến chung kết</a:t>
            </a:r>
            <a:endParaRPr b="0" lang="en-US" sz="2800" spc="-1" strike="noStrike">
              <a:solidFill>
                <a:schemeClr val="dk1"/>
              </a:solidFill>
              <a:latin typeface="Calibri"/>
            </a:endParaRPr>
          </a:p>
        </p:txBody>
      </p:sp>
      <p:sp>
        <p:nvSpPr>
          <p:cNvPr id="263" name="Pentagon 2"/>
          <p:cNvSpPr/>
          <p:nvPr/>
        </p:nvSpPr>
        <p:spPr>
          <a:xfrm>
            <a:off x="411480" y="1463040"/>
            <a:ext cx="2267280" cy="685440"/>
          </a:xfrm>
          <a:prstGeom prst="homePlate">
            <a:avLst>
              <a:gd name="adj" fmla="val 50000"/>
            </a:avLst>
          </a:prstGeom>
          <a:solidFill>
            <a:srgbClr val="142a6b"/>
          </a:solidFill>
          <a:ln>
            <a:noFill/>
          </a:ln>
        </p:spPr>
        <p:style>
          <a:lnRef idx="1">
            <a:schemeClr val="accent1"/>
          </a:lnRef>
          <a:fillRef idx="3">
            <a:schemeClr val="accent1"/>
          </a:fillRef>
          <a:effectRef idx="2">
            <a:schemeClr val="accent1"/>
          </a:effectRef>
          <a:fontRef idx="minor"/>
        </p:style>
        <p:txBody>
          <a:bodyPr lIns="274320" rIns="182880" tIns="45000" bIns="45000" anchor="ctr">
            <a:noAutofit/>
          </a:bodyPr>
          <a:p>
            <a:pPr algn="ctr" defTabSz="914400">
              <a:lnSpc>
                <a:spcPct val="100000"/>
              </a:lnSpc>
            </a:pPr>
            <a:r>
              <a:rPr b="1" lang="en-US" sz="1300" spc="-1" strike="noStrike">
                <a:solidFill>
                  <a:srgbClr val="00c858"/>
                </a:solidFill>
                <a:latin typeface="Arial"/>
              </a:rPr>
              <a:t>Đã xong</a:t>
            </a:r>
            <a:endParaRPr b="0" lang="en-US" sz="1300" spc="-1" strike="noStrike">
              <a:solidFill>
                <a:srgbClr val="ffffff"/>
              </a:solidFill>
              <a:latin typeface="Arial"/>
            </a:endParaRPr>
          </a:p>
          <a:p>
            <a:pPr algn="ctr" defTabSz="914400">
              <a:lnSpc>
                <a:spcPct val="100000"/>
              </a:lnSpc>
            </a:pPr>
            <a:r>
              <a:rPr b="1" lang="en-US" sz="1150" spc="-1" strike="noStrike">
                <a:solidFill>
                  <a:srgbClr val="ffffff"/>
                </a:solidFill>
                <a:latin typeface="Arial"/>
              </a:rPr>
              <a:t>Prototype</a:t>
            </a:r>
            <a:endParaRPr b="0" lang="en-US" sz="1150" spc="-1" strike="noStrike">
              <a:solidFill>
                <a:srgbClr val="ffffff"/>
              </a:solidFill>
              <a:latin typeface="Arial"/>
            </a:endParaRPr>
          </a:p>
        </p:txBody>
      </p:sp>
      <p:sp>
        <p:nvSpPr>
          <p:cNvPr id="264" name="Rounded Rectangle 3"/>
          <p:cNvSpPr/>
          <p:nvPr/>
        </p:nvSpPr>
        <p:spPr>
          <a:xfrm>
            <a:off x="411480" y="2286000"/>
            <a:ext cx="2175840" cy="214848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Capture LLM → thẻ có kiểm duyệt</a:t>
            </a:r>
            <a:endParaRPr b="0" lang="en-US" sz="1200" spc="-1" strike="noStrike">
              <a:solidFill>
                <a:srgbClr val="000000"/>
              </a:solidFill>
              <a:latin typeface="Arial"/>
            </a:endParaRPr>
          </a:p>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Hybrid retrieval + cổng OOS</a:t>
            </a:r>
            <a:endParaRPr b="0" lang="en-US" sz="1200" spc="-1" strike="noStrike">
              <a:solidFill>
                <a:srgbClr val="000000"/>
              </a:solidFill>
              <a:latin typeface="Arial"/>
            </a:endParaRPr>
          </a:p>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Grounded RAG kèm nguồn</a:t>
            </a:r>
            <a:endParaRPr b="0" lang="en-US" sz="1200" spc="-1" strike="noStrike">
              <a:solidFill>
                <a:srgbClr val="000000"/>
              </a:solidFill>
              <a:latin typeface="Arial"/>
            </a:endParaRPr>
          </a:p>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Benchmark dev + held-out, 4 trang UI</a:t>
            </a:r>
            <a:endParaRPr b="0" lang="en-US" sz="1200" spc="-1" strike="noStrike">
              <a:solidFill>
                <a:srgbClr val="000000"/>
              </a:solidFill>
              <a:latin typeface="Arial"/>
            </a:endParaRPr>
          </a:p>
        </p:txBody>
      </p:sp>
      <p:sp>
        <p:nvSpPr>
          <p:cNvPr id="265" name="Chevron 4"/>
          <p:cNvSpPr/>
          <p:nvPr/>
        </p:nvSpPr>
        <p:spPr>
          <a:xfrm>
            <a:off x="2702160" y="1463040"/>
            <a:ext cx="2267280" cy="685440"/>
          </a:xfrm>
          <a:prstGeom prst="chevron">
            <a:avLst>
              <a:gd name="adj" fmla="val 50000"/>
            </a:avLst>
          </a:prstGeom>
          <a:solidFill>
            <a:srgbClr val="1f4ea0"/>
          </a:solidFill>
          <a:ln>
            <a:noFill/>
          </a:ln>
        </p:spPr>
        <p:style>
          <a:lnRef idx="1">
            <a:schemeClr val="accent1"/>
          </a:lnRef>
          <a:fillRef idx="3">
            <a:schemeClr val="accent1"/>
          </a:fillRef>
          <a:effectRef idx="2">
            <a:schemeClr val="accent1"/>
          </a:effectRef>
          <a:fontRef idx="minor"/>
        </p:style>
        <p:txBody>
          <a:bodyPr lIns="274320" rIns="182880" tIns="45000" bIns="45000" anchor="ctr">
            <a:noAutofit/>
          </a:bodyPr>
          <a:p>
            <a:pPr algn="ctr" defTabSz="914400">
              <a:lnSpc>
                <a:spcPct val="100000"/>
              </a:lnSpc>
            </a:pPr>
            <a:r>
              <a:rPr b="1" lang="en-US" sz="1300" spc="-1" strike="noStrike">
                <a:solidFill>
                  <a:srgbClr val="00c858"/>
                </a:solidFill>
                <a:latin typeface="Arial"/>
              </a:rPr>
              <a:t>Đến 16/11</a:t>
            </a:r>
            <a:endParaRPr b="0" lang="en-US" sz="1300" spc="-1" strike="noStrike">
              <a:solidFill>
                <a:srgbClr val="ffffff"/>
              </a:solidFill>
              <a:latin typeface="Arial"/>
            </a:endParaRPr>
          </a:p>
          <a:p>
            <a:pPr algn="ctr" defTabSz="914400">
              <a:lnSpc>
                <a:spcPct val="100000"/>
              </a:lnSpc>
            </a:pPr>
            <a:r>
              <a:rPr b="1" lang="en-US" sz="1150" spc="-1" strike="noStrike">
                <a:solidFill>
                  <a:srgbClr val="ffffff"/>
                </a:solidFill>
                <a:latin typeface="Arial"/>
              </a:rPr>
              <a:t>Thuyết trình</a:t>
            </a:r>
            <a:endParaRPr b="0" lang="en-US" sz="1150" spc="-1" strike="noStrike">
              <a:solidFill>
                <a:srgbClr val="ffffff"/>
              </a:solidFill>
              <a:latin typeface="Arial"/>
            </a:endParaRPr>
          </a:p>
        </p:txBody>
      </p:sp>
      <p:sp>
        <p:nvSpPr>
          <p:cNvPr id="266" name="Rounded Rectangle 5"/>
          <p:cNvSpPr/>
          <p:nvPr/>
        </p:nvSpPr>
        <p:spPr>
          <a:xfrm>
            <a:off x="2702160" y="2286000"/>
            <a:ext cx="2175840" cy="214848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Mở rộng KB và held-out, sửa 4 câu truy xuất sai</a:t>
            </a:r>
            <a:endParaRPr b="0" lang="en-US" sz="1200" spc="-1" strike="noStrike">
              <a:solidFill>
                <a:srgbClr val="000000"/>
              </a:solidFill>
              <a:latin typeface="Arial"/>
            </a:endParaRPr>
          </a:p>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Hiệu chỉnh ngưỡng OOS trên dữ liệu mới</a:t>
            </a:r>
            <a:endParaRPr b="0" lang="en-US" sz="1200" spc="-1" strike="noStrike">
              <a:solidFill>
                <a:srgbClr val="000000"/>
              </a:solidFill>
              <a:latin typeface="Arial"/>
            </a:endParaRPr>
          </a:p>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Lưu bền thẻ thêm mới</a:t>
            </a:r>
            <a:endParaRPr b="0" lang="en-US" sz="1200" spc="-1" strike="noStrike">
              <a:solidFill>
                <a:srgbClr val="000000"/>
              </a:solidFill>
              <a:latin typeface="Arial"/>
            </a:endParaRPr>
          </a:p>
        </p:txBody>
      </p:sp>
      <p:sp>
        <p:nvSpPr>
          <p:cNvPr id="267" name="Chevron 6"/>
          <p:cNvSpPr/>
          <p:nvPr/>
        </p:nvSpPr>
        <p:spPr>
          <a:xfrm>
            <a:off x="4992480" y="1463040"/>
            <a:ext cx="2267280" cy="685440"/>
          </a:xfrm>
          <a:prstGeom prst="chevron">
            <a:avLst>
              <a:gd name="adj" fmla="val 50000"/>
            </a:avLst>
          </a:prstGeom>
          <a:solidFill>
            <a:srgbClr val="142a6b"/>
          </a:solidFill>
          <a:ln>
            <a:noFill/>
          </a:ln>
        </p:spPr>
        <p:style>
          <a:lnRef idx="1">
            <a:schemeClr val="accent1"/>
          </a:lnRef>
          <a:fillRef idx="3">
            <a:schemeClr val="accent1"/>
          </a:fillRef>
          <a:effectRef idx="2">
            <a:schemeClr val="accent1"/>
          </a:effectRef>
          <a:fontRef idx="minor"/>
        </p:style>
        <p:txBody>
          <a:bodyPr lIns="274320" rIns="182880" tIns="45000" bIns="45000" anchor="ctr">
            <a:noAutofit/>
          </a:bodyPr>
          <a:p>
            <a:pPr algn="ctr" defTabSz="914400">
              <a:lnSpc>
                <a:spcPct val="100000"/>
              </a:lnSpc>
            </a:pPr>
            <a:r>
              <a:rPr b="1" lang="en-US" sz="1300" spc="-1" strike="noStrike">
                <a:solidFill>
                  <a:srgbClr val="00c858"/>
                </a:solidFill>
                <a:latin typeface="Arial"/>
              </a:rPr>
              <a:t>Đến 02/12</a:t>
            </a:r>
            <a:endParaRPr b="0" lang="en-US" sz="1300" spc="-1" strike="noStrike">
              <a:solidFill>
                <a:srgbClr val="ffffff"/>
              </a:solidFill>
              <a:latin typeface="Arial"/>
            </a:endParaRPr>
          </a:p>
          <a:p>
            <a:pPr algn="ctr" defTabSz="914400">
              <a:lnSpc>
                <a:spcPct val="100000"/>
              </a:lnSpc>
            </a:pPr>
            <a:r>
              <a:rPr b="1" lang="en-US" sz="1150" spc="-1" strike="noStrike">
                <a:solidFill>
                  <a:srgbClr val="ffffff"/>
                </a:solidFill>
                <a:latin typeface="Arial"/>
              </a:rPr>
              <a:t>Chung kết</a:t>
            </a:r>
            <a:endParaRPr b="0" lang="en-US" sz="1150" spc="-1" strike="noStrike">
              <a:solidFill>
                <a:srgbClr val="ffffff"/>
              </a:solidFill>
              <a:latin typeface="Arial"/>
            </a:endParaRPr>
          </a:p>
        </p:txBody>
      </p:sp>
      <p:sp>
        <p:nvSpPr>
          <p:cNvPr id="268" name="Rounded Rectangle 7"/>
          <p:cNvSpPr/>
          <p:nvPr/>
        </p:nvSpPr>
        <p:spPr>
          <a:xfrm>
            <a:off x="4992480" y="2286000"/>
            <a:ext cx="2175840" cy="214848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Thử với ghi chú chuyên gia thật (có chấp thuận)</a:t>
            </a:r>
            <a:endParaRPr b="0" lang="en-US" sz="1200" spc="-1" strike="noStrike">
              <a:solidFill>
                <a:srgbClr val="000000"/>
              </a:solidFill>
              <a:latin typeface="Arial"/>
            </a:endParaRPr>
          </a:p>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Đo thời gian tra cứu trước/sau</a:t>
            </a:r>
            <a:endParaRPr b="0" lang="en-US" sz="1200" spc="-1" strike="noStrike">
              <a:solidFill>
                <a:srgbClr val="000000"/>
              </a:solidFill>
              <a:latin typeface="Arial"/>
            </a:endParaRPr>
          </a:p>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Thêm bước ASR cho ghi âm</a:t>
            </a:r>
            <a:endParaRPr b="0" lang="en-US" sz="1200" spc="-1" strike="noStrike">
              <a:solidFill>
                <a:srgbClr val="000000"/>
              </a:solidFill>
              <a:latin typeface="Arial"/>
            </a:endParaRPr>
          </a:p>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Phân quyền, bản chạy nội bộ</a:t>
            </a:r>
            <a:endParaRPr b="0" lang="en-US" sz="1200" spc="-1" strike="noStrike">
              <a:solidFill>
                <a:srgbClr val="000000"/>
              </a:solidFill>
              <a:latin typeface="Arial"/>
            </a:endParaRPr>
          </a:p>
        </p:txBody>
      </p:sp>
      <p:sp>
        <p:nvSpPr>
          <p:cNvPr id="269" name="Chevron 8"/>
          <p:cNvSpPr/>
          <p:nvPr/>
        </p:nvSpPr>
        <p:spPr>
          <a:xfrm>
            <a:off x="7283160" y="1463040"/>
            <a:ext cx="2267280" cy="685440"/>
          </a:xfrm>
          <a:prstGeom prst="chevron">
            <a:avLst>
              <a:gd name="adj" fmla="val 50000"/>
            </a:avLst>
          </a:prstGeom>
          <a:solidFill>
            <a:srgbClr val="1f4ea0"/>
          </a:solidFill>
          <a:ln>
            <a:noFill/>
          </a:ln>
        </p:spPr>
        <p:style>
          <a:lnRef idx="1">
            <a:schemeClr val="accent1"/>
          </a:lnRef>
          <a:fillRef idx="3">
            <a:schemeClr val="accent1"/>
          </a:fillRef>
          <a:effectRef idx="2">
            <a:schemeClr val="accent1"/>
          </a:effectRef>
          <a:fontRef idx="minor"/>
        </p:style>
        <p:txBody>
          <a:bodyPr lIns="274320" rIns="182880" tIns="45000" bIns="45000" anchor="ctr">
            <a:noAutofit/>
          </a:bodyPr>
          <a:p>
            <a:pPr algn="ctr" defTabSz="914400">
              <a:lnSpc>
                <a:spcPct val="100000"/>
              </a:lnSpc>
            </a:pPr>
            <a:r>
              <a:rPr b="1" lang="en-US" sz="1300" spc="-1" strike="noStrike">
                <a:solidFill>
                  <a:srgbClr val="00c858"/>
                </a:solidFill>
                <a:latin typeface="Arial"/>
              </a:rPr>
              <a:t>Sau cuộc thi</a:t>
            </a:r>
            <a:endParaRPr b="0" lang="en-US" sz="1300" spc="-1" strike="noStrike">
              <a:solidFill>
                <a:srgbClr val="ffffff"/>
              </a:solidFill>
              <a:latin typeface="Arial"/>
            </a:endParaRPr>
          </a:p>
          <a:p>
            <a:pPr algn="ctr" defTabSz="914400">
              <a:lnSpc>
                <a:spcPct val="100000"/>
              </a:lnSpc>
            </a:pPr>
            <a:r>
              <a:rPr b="1" lang="en-US" sz="1150" spc="-1" strike="noStrike">
                <a:solidFill>
                  <a:srgbClr val="ffffff"/>
                </a:solidFill>
                <a:latin typeface="Arial"/>
              </a:rPr>
              <a:t>Pilot</a:t>
            </a:r>
            <a:endParaRPr b="0" lang="en-US" sz="1150" spc="-1" strike="noStrike">
              <a:solidFill>
                <a:srgbClr val="ffffff"/>
              </a:solidFill>
              <a:latin typeface="Arial"/>
            </a:endParaRPr>
          </a:p>
        </p:txBody>
      </p:sp>
      <p:sp>
        <p:nvSpPr>
          <p:cNvPr id="270" name="Rounded Rectangle 9"/>
          <p:cNvSpPr/>
          <p:nvPr/>
        </p:nvSpPr>
        <p:spPr>
          <a:xfrm>
            <a:off x="7283160" y="2286000"/>
            <a:ext cx="2175840" cy="214848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Pilot tại một công đoạn</a:t>
            </a:r>
            <a:endParaRPr b="0" lang="en-US" sz="1200" spc="-1" strike="noStrike">
              <a:solidFill>
                <a:srgbClr val="000000"/>
              </a:solidFill>
              <a:latin typeface="Arial"/>
            </a:endParaRPr>
          </a:p>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Kết nối hệ thống bảo trì hiện có</a:t>
            </a:r>
            <a:endParaRPr b="0" lang="en-US" sz="1200" spc="-1" strike="noStrike">
              <a:solidFill>
                <a:srgbClr val="000000"/>
              </a:solidFill>
              <a:latin typeface="Arial"/>
            </a:endParaRPr>
          </a:p>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Quy trình duyệt tri thức</a:t>
            </a:r>
            <a:endParaRPr b="0" lang="en-US" sz="1200" spc="-1" strike="noStrike">
              <a:solidFill>
                <a:srgbClr val="000000"/>
              </a:solidFill>
              <a:latin typeface="Arial"/>
            </a:endParaRPr>
          </a:p>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Theo dõi mức hữu ích dài hạn</a:t>
            </a:r>
            <a:endParaRPr b="0" lang="en-US" sz="1200" spc="-1" strike="noStrike">
              <a:solidFill>
                <a:srgbClr val="000000"/>
              </a:solidFill>
              <a:latin typeface="Arial"/>
            </a:endParaRPr>
          </a:p>
        </p:txBody>
      </p:sp>
      <p:sp>
        <p:nvSpPr>
          <p:cNvPr id="271" name="Chevron 10"/>
          <p:cNvSpPr/>
          <p:nvPr/>
        </p:nvSpPr>
        <p:spPr>
          <a:xfrm>
            <a:off x="9573840" y="1463040"/>
            <a:ext cx="2267280" cy="685440"/>
          </a:xfrm>
          <a:prstGeom prst="chevron">
            <a:avLst>
              <a:gd name="adj" fmla="val 50000"/>
            </a:avLst>
          </a:prstGeom>
          <a:solidFill>
            <a:srgbClr val="142a6b"/>
          </a:solidFill>
          <a:ln>
            <a:noFill/>
          </a:ln>
        </p:spPr>
        <p:style>
          <a:lnRef idx="1">
            <a:schemeClr val="accent1"/>
          </a:lnRef>
          <a:fillRef idx="3">
            <a:schemeClr val="accent1"/>
          </a:fillRef>
          <a:effectRef idx="2">
            <a:schemeClr val="accent1"/>
          </a:effectRef>
          <a:fontRef idx="minor"/>
        </p:style>
        <p:txBody>
          <a:bodyPr lIns="274320" rIns="182880" tIns="45000" bIns="45000" anchor="ctr">
            <a:noAutofit/>
          </a:bodyPr>
          <a:p>
            <a:pPr algn="ctr" defTabSz="914400">
              <a:lnSpc>
                <a:spcPct val="100000"/>
              </a:lnSpc>
            </a:pPr>
            <a:r>
              <a:rPr b="1" lang="en-US" sz="1300" spc="-1" strike="noStrike">
                <a:solidFill>
                  <a:srgbClr val="00c858"/>
                </a:solidFill>
                <a:latin typeface="Arial"/>
              </a:rPr>
              <a:t>Mở rộng</a:t>
            </a:r>
            <a:endParaRPr b="0" lang="en-US" sz="1300" spc="-1" strike="noStrike">
              <a:solidFill>
                <a:srgbClr val="ffffff"/>
              </a:solidFill>
              <a:latin typeface="Arial"/>
            </a:endParaRPr>
          </a:p>
          <a:p>
            <a:pPr algn="ctr" defTabSz="914400">
              <a:lnSpc>
                <a:spcPct val="100000"/>
              </a:lnSpc>
            </a:pPr>
            <a:r>
              <a:rPr b="1" lang="en-US" sz="1150" spc="-1" strike="noStrike">
                <a:solidFill>
                  <a:srgbClr val="ffffff"/>
                </a:solidFill>
                <a:latin typeface="Arial"/>
              </a:rPr>
              <a:t>Nhân rộng</a:t>
            </a:r>
            <a:endParaRPr b="0" lang="en-US" sz="1150" spc="-1" strike="noStrike">
              <a:solidFill>
                <a:srgbClr val="ffffff"/>
              </a:solidFill>
              <a:latin typeface="Arial"/>
            </a:endParaRPr>
          </a:p>
        </p:txBody>
      </p:sp>
      <p:sp>
        <p:nvSpPr>
          <p:cNvPr id="272" name="Rounded Rectangle 11"/>
          <p:cNvSpPr/>
          <p:nvPr/>
        </p:nvSpPr>
        <p:spPr>
          <a:xfrm>
            <a:off x="9573840" y="2286000"/>
            <a:ext cx="2175840" cy="214848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37160" rIns="137160" tIns="91440" bIns="91440" anchor="t">
            <a:noAutofit/>
          </a:bodyPr>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Nhân rộng sang chất lượng, thiết kế công đoạn</a:t>
            </a:r>
            <a:endParaRPr b="0" lang="en-US" sz="1200" spc="-1" strike="noStrike">
              <a:solidFill>
                <a:srgbClr val="000000"/>
              </a:solidFill>
              <a:latin typeface="Arial"/>
            </a:endParaRPr>
          </a:p>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Gắn với mô hình Digital Triplet</a:t>
            </a:r>
            <a:endParaRPr b="0" lang="en-US" sz="1200" spc="-1" strike="noStrike">
              <a:solidFill>
                <a:srgbClr val="000000"/>
              </a:solidFill>
              <a:latin typeface="Arial"/>
            </a:endParaRPr>
          </a:p>
          <a:p>
            <a:pPr marL="146160" indent="-146160" defTabSz="914400">
              <a:lnSpc>
                <a:spcPct val="100000"/>
              </a:lnSpc>
              <a:spcAft>
                <a:spcPts val="499"/>
              </a:spcAft>
              <a:buClr>
                <a:srgbClr val="1a1f36"/>
              </a:buClr>
              <a:buFont typeface="Symbol" charset="2"/>
              <a:buChar char=""/>
            </a:pPr>
            <a:r>
              <a:rPr b="0" lang="en-US" sz="1200" spc="-1" strike="noStrike">
                <a:solidFill>
                  <a:srgbClr val="1a1f36"/>
                </a:solidFill>
                <a:latin typeface="Arial"/>
              </a:rPr>
              <a:t>Báo cáo ROI theo số đo thật</a:t>
            </a:r>
            <a:endParaRPr b="0" lang="en-US" sz="1200" spc="-1" strike="noStrike">
              <a:solidFill>
                <a:srgbClr val="000000"/>
              </a:solidFill>
              <a:latin typeface="Arial"/>
            </a:endParaRPr>
          </a:p>
        </p:txBody>
      </p:sp>
      <p:sp>
        <p:nvSpPr>
          <p:cNvPr id="273" name="TextBox 12"/>
          <p:cNvSpPr/>
          <p:nvPr/>
        </p:nvSpPr>
        <p:spPr>
          <a:xfrm>
            <a:off x="411480" y="4572000"/>
            <a:ext cx="3200040" cy="25992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1" lang="en-US" sz="1350" spc="-1" strike="noStrike">
                <a:solidFill>
                  <a:srgbClr val="142a6b"/>
                </a:solidFill>
                <a:latin typeface="Arial"/>
              </a:rPr>
              <a:t>Sản phẩm hiện có</a:t>
            </a:r>
            <a:endParaRPr b="0" lang="en-US" sz="1350" spc="-1" strike="noStrike">
              <a:solidFill>
                <a:srgbClr val="ffffff"/>
              </a:solidFill>
              <a:latin typeface="Arial"/>
            </a:endParaRPr>
          </a:p>
        </p:txBody>
      </p:sp>
      <p:sp>
        <p:nvSpPr>
          <p:cNvPr id="274" name="Rounded Rectangle 13"/>
          <p:cNvSpPr/>
          <p:nvPr/>
        </p:nvSpPr>
        <p:spPr>
          <a:xfrm>
            <a:off x="411480" y="4937760"/>
            <a:ext cx="2742840" cy="731160"/>
          </a:xfrm>
          <a:prstGeom prst="roundRect">
            <a:avLst>
              <a:gd name="adj" fmla="val 6000"/>
            </a:avLst>
          </a:prstGeom>
          <a:solidFill>
            <a:srgbClr val="e4f8ec"/>
          </a:solidFill>
          <a:ln>
            <a:noFill/>
          </a:ln>
        </p:spPr>
        <p:style>
          <a:lnRef idx="1">
            <a:schemeClr val="accent1"/>
          </a:lnRef>
          <a:fillRef idx="3">
            <a:schemeClr val="accent1"/>
          </a:fillRef>
          <a:effectRef idx="2">
            <a:schemeClr val="accent1"/>
          </a:effectRef>
          <a:fontRef idx="minor"/>
        </p:style>
        <p:txBody>
          <a:bodyPr lIns="109800" rIns="109800" tIns="91440" bIns="91440" anchor="ctr">
            <a:noAutofit/>
          </a:bodyPr>
          <a:p>
            <a:pPr defTabSz="914400">
              <a:lnSpc>
                <a:spcPct val="100000"/>
              </a:lnSpc>
            </a:pPr>
            <a:r>
              <a:rPr b="1" lang="en-US" sz="1150" spc="-1" strike="noStrike">
                <a:solidFill>
                  <a:srgbClr val="088645"/>
                </a:solidFill>
                <a:latin typeface="Arial"/>
              </a:rPr>
              <a:t>Template thẻ tri thức</a:t>
            </a:r>
            <a:r>
              <a:rPr b="0" lang="en-US" sz="1150" spc="-1" strike="noStrike">
                <a:solidFill>
                  <a:srgbClr val="5a6480"/>
                </a:solidFill>
                <a:latin typeface="Arial"/>
              </a:rPr>
              <a:t>  ·  Đã có</a:t>
            </a:r>
            <a:endParaRPr b="0" lang="en-US" sz="1150" spc="-1" strike="noStrike">
              <a:solidFill>
                <a:srgbClr val="000000"/>
              </a:solidFill>
              <a:latin typeface="Arial"/>
            </a:endParaRPr>
          </a:p>
        </p:txBody>
      </p:sp>
      <p:sp>
        <p:nvSpPr>
          <p:cNvPr id="275" name="Rounded Rectangle 14"/>
          <p:cNvSpPr/>
          <p:nvPr/>
        </p:nvSpPr>
        <p:spPr>
          <a:xfrm>
            <a:off x="3276360" y="4937760"/>
            <a:ext cx="2742840" cy="731160"/>
          </a:xfrm>
          <a:prstGeom prst="roundRect">
            <a:avLst>
              <a:gd name="adj" fmla="val 6000"/>
            </a:avLst>
          </a:prstGeom>
          <a:solidFill>
            <a:srgbClr val="e4f8ec"/>
          </a:solidFill>
          <a:ln>
            <a:noFill/>
          </a:ln>
        </p:spPr>
        <p:style>
          <a:lnRef idx="1">
            <a:schemeClr val="accent1"/>
          </a:lnRef>
          <a:fillRef idx="3">
            <a:schemeClr val="accent1"/>
          </a:fillRef>
          <a:effectRef idx="2">
            <a:schemeClr val="accent1"/>
          </a:effectRef>
          <a:fontRef idx="minor"/>
        </p:style>
        <p:txBody>
          <a:bodyPr lIns="109800" rIns="109800" tIns="91440" bIns="91440" anchor="ctr">
            <a:noAutofit/>
          </a:bodyPr>
          <a:p>
            <a:pPr defTabSz="914400">
              <a:lnSpc>
                <a:spcPct val="100000"/>
              </a:lnSpc>
            </a:pPr>
            <a:r>
              <a:rPr b="1" lang="en-US" sz="1150" spc="-1" strike="noStrike">
                <a:solidFill>
                  <a:srgbClr val="088645"/>
                </a:solidFill>
                <a:latin typeface="Arial"/>
              </a:rPr>
              <a:t>Kho tri thức 30 thẻ</a:t>
            </a:r>
            <a:r>
              <a:rPr b="0" lang="en-US" sz="1150" spc="-1" strike="noStrike">
                <a:solidFill>
                  <a:srgbClr val="5a6480"/>
                </a:solidFill>
                <a:latin typeface="Arial"/>
              </a:rPr>
              <a:t>  ·  Đã có</a:t>
            </a:r>
            <a:endParaRPr b="0" lang="en-US" sz="1150" spc="-1" strike="noStrike">
              <a:solidFill>
                <a:srgbClr val="000000"/>
              </a:solidFill>
              <a:latin typeface="Arial"/>
            </a:endParaRPr>
          </a:p>
        </p:txBody>
      </p:sp>
      <p:sp>
        <p:nvSpPr>
          <p:cNvPr id="276" name="Rounded Rectangle 15"/>
          <p:cNvSpPr/>
          <p:nvPr/>
        </p:nvSpPr>
        <p:spPr>
          <a:xfrm>
            <a:off x="6141240" y="4937760"/>
            <a:ext cx="2742840" cy="731160"/>
          </a:xfrm>
          <a:prstGeom prst="roundRect">
            <a:avLst>
              <a:gd name="adj" fmla="val 6000"/>
            </a:avLst>
          </a:prstGeom>
          <a:solidFill>
            <a:srgbClr val="e4f8ec"/>
          </a:solidFill>
          <a:ln>
            <a:noFill/>
          </a:ln>
        </p:spPr>
        <p:style>
          <a:lnRef idx="1">
            <a:schemeClr val="accent1"/>
          </a:lnRef>
          <a:fillRef idx="3">
            <a:schemeClr val="accent1"/>
          </a:fillRef>
          <a:effectRef idx="2">
            <a:schemeClr val="accent1"/>
          </a:effectRef>
          <a:fontRef idx="minor"/>
        </p:style>
        <p:txBody>
          <a:bodyPr lIns="109800" rIns="109800" tIns="91440" bIns="91440" anchor="ctr">
            <a:noAutofit/>
          </a:bodyPr>
          <a:p>
            <a:pPr defTabSz="914400">
              <a:lnSpc>
                <a:spcPct val="100000"/>
              </a:lnSpc>
            </a:pPr>
            <a:r>
              <a:rPr b="1" lang="en-US" sz="1150" spc="-1" strike="noStrike">
                <a:solidFill>
                  <a:srgbClr val="088645"/>
                </a:solidFill>
                <a:latin typeface="Arial"/>
              </a:rPr>
              <a:t>Hybrid RAG có trích nguồn</a:t>
            </a:r>
            <a:r>
              <a:rPr b="0" lang="en-US" sz="1150" spc="-1" strike="noStrike">
                <a:solidFill>
                  <a:srgbClr val="5a6480"/>
                </a:solidFill>
                <a:latin typeface="Arial"/>
              </a:rPr>
              <a:t>  ·  Đã có</a:t>
            </a:r>
            <a:endParaRPr b="0" lang="en-US" sz="1150" spc="-1" strike="noStrike">
              <a:solidFill>
                <a:srgbClr val="000000"/>
              </a:solidFill>
              <a:latin typeface="Arial"/>
            </a:endParaRPr>
          </a:p>
        </p:txBody>
      </p:sp>
      <p:sp>
        <p:nvSpPr>
          <p:cNvPr id="277" name="Rounded Rectangle 16"/>
          <p:cNvSpPr/>
          <p:nvPr/>
        </p:nvSpPr>
        <p:spPr>
          <a:xfrm>
            <a:off x="9005760" y="4937760"/>
            <a:ext cx="2742840" cy="731160"/>
          </a:xfrm>
          <a:prstGeom prst="roundRect">
            <a:avLst>
              <a:gd name="adj" fmla="val 6000"/>
            </a:avLst>
          </a:prstGeom>
          <a:solidFill>
            <a:srgbClr val="e4f8ec"/>
          </a:solidFill>
          <a:ln>
            <a:noFill/>
          </a:ln>
        </p:spPr>
        <p:style>
          <a:lnRef idx="1">
            <a:schemeClr val="accent1"/>
          </a:lnRef>
          <a:fillRef idx="3">
            <a:schemeClr val="accent1"/>
          </a:fillRef>
          <a:effectRef idx="2">
            <a:schemeClr val="accent1"/>
          </a:effectRef>
          <a:fontRef idx="minor"/>
        </p:style>
        <p:txBody>
          <a:bodyPr lIns="109800" rIns="109800" tIns="91440" bIns="91440" anchor="ctr">
            <a:noAutofit/>
          </a:bodyPr>
          <a:p>
            <a:pPr defTabSz="914400">
              <a:lnSpc>
                <a:spcPct val="100000"/>
              </a:lnSpc>
            </a:pPr>
            <a:r>
              <a:rPr b="1" lang="en-US" sz="1150" spc="-1" strike="noStrike">
                <a:solidFill>
                  <a:srgbClr val="088645"/>
                </a:solidFill>
                <a:latin typeface="Arial"/>
              </a:rPr>
              <a:t>Báo cáo đo thật</a:t>
            </a:r>
            <a:r>
              <a:rPr b="0" lang="en-US" sz="1150" spc="-1" strike="noStrike">
                <a:solidFill>
                  <a:srgbClr val="5a6480"/>
                </a:solidFill>
                <a:latin typeface="Arial"/>
              </a:rPr>
              <a:t>  ·  Đã có</a:t>
            </a:r>
            <a:endParaRPr b="0" lang="en-US" sz="1150" spc="-1" strike="noStrike">
              <a:solidFill>
                <a:srgbClr val="000000"/>
              </a:solidFill>
              <a:latin typeface="Arial"/>
            </a:endParaRPr>
          </a:p>
        </p:txBody>
      </p:sp>
      <p:sp>
        <p:nvSpPr>
          <p:cNvPr id="278" name="TextBox 17"/>
          <p:cNvSpPr/>
          <p:nvPr/>
        </p:nvSpPr>
        <p:spPr>
          <a:xfrm>
            <a:off x="411480" y="5852160"/>
            <a:ext cx="11338200" cy="23724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1" lang="en-US" sz="1200" spc="-1" strike="noStrike">
                <a:solidFill>
                  <a:srgbClr val="142a6b"/>
                </a:solidFill>
                <a:latin typeface="Arial"/>
              </a:rPr>
              <a:t>Mốc cuộc thi: </a:t>
            </a:r>
            <a:r>
              <a:rPr b="0" lang="en-US" sz="1200" spc="-1" strike="noStrike">
                <a:solidFill>
                  <a:srgbClr val="1a1f36"/>
                </a:solidFill>
                <a:latin typeface="Arial"/>
              </a:rPr>
              <a:t>12/10 nộp ý tưởng  →  13–19/10 đánh giá ý tưởng  →  16/11 thuyết trình dự án  →  02/12 chung kết</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title"/>
          </p:nvPr>
        </p:nvSpPr>
        <p:spPr>
          <a:xfrm>
            <a:off x="9306360" y="150480"/>
            <a:ext cx="4337640" cy="1325160"/>
          </a:xfrm>
          <a:prstGeom prst="rect">
            <a:avLst/>
          </a:prstGeom>
          <a:noFill/>
          <a:ln w="0">
            <a:noFill/>
          </a:ln>
        </p:spPr>
        <p:txBody>
          <a:bodyPr lIns="90000" rIns="90000" tIns="45000" bIns="45000" anchor="t">
            <a:noAutofit/>
          </a:bodyPr>
          <a:p>
            <a:pPr indent="0" defTabSz="914400">
              <a:lnSpc>
                <a:spcPct val="90000"/>
              </a:lnSpc>
              <a:buNone/>
            </a:pPr>
            <a:r>
              <a:rPr b="1" lang="en-US" sz="2800" spc="-1" strike="noStrike">
                <a:solidFill>
                  <a:schemeClr val="lt1"/>
                </a:solidFill>
                <a:latin typeface="Times New Roman"/>
              </a:rPr>
              <a:t>Kết luận</a:t>
            </a:r>
            <a:endParaRPr b="0" lang="en-US" sz="2800" spc="-1" strike="noStrike">
              <a:solidFill>
                <a:schemeClr val="dk1"/>
              </a:solidFill>
              <a:latin typeface="Calibri"/>
            </a:endParaRPr>
          </a:p>
        </p:txBody>
      </p:sp>
      <p:sp>
        <p:nvSpPr>
          <p:cNvPr id="280" name="TextBox 2"/>
          <p:cNvSpPr/>
          <p:nvPr/>
        </p:nvSpPr>
        <p:spPr>
          <a:xfrm>
            <a:off x="411480" y="1463040"/>
            <a:ext cx="11338200" cy="38952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1" lang="en-US" sz="2200" spc="-1" strike="noStrike">
                <a:solidFill>
                  <a:srgbClr val="142a6b"/>
                </a:solidFill>
                <a:latin typeface="Arial"/>
              </a:rPr>
              <a:t>Giữ lại bí quyết của chuyên gia trước khi nó mất đi</a:t>
            </a:r>
            <a:endParaRPr b="0" lang="en-US" sz="2200" spc="-1" strike="noStrike">
              <a:solidFill>
                <a:srgbClr val="ffffff"/>
              </a:solidFill>
              <a:latin typeface="Arial"/>
            </a:endParaRPr>
          </a:p>
        </p:txBody>
      </p:sp>
      <p:sp>
        <p:nvSpPr>
          <p:cNvPr id="281" name="Rounded Rectangle 3"/>
          <p:cNvSpPr/>
          <p:nvPr/>
        </p:nvSpPr>
        <p:spPr>
          <a:xfrm>
            <a:off x="411480" y="2148840"/>
            <a:ext cx="3611520" cy="159984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82880" rIns="182880" tIns="91440" bIns="91440" anchor="t">
            <a:noAutofit/>
          </a:bodyPr>
          <a:p>
            <a:pPr defTabSz="914400">
              <a:lnSpc>
                <a:spcPct val="100000"/>
              </a:lnSpc>
              <a:spcAft>
                <a:spcPts val="601"/>
              </a:spcAft>
            </a:pPr>
            <a:r>
              <a:rPr b="1" lang="en-US" sz="1500" spc="-1" strike="noStrike">
                <a:solidFill>
                  <a:srgbClr val="088645"/>
                </a:solidFill>
                <a:latin typeface="Arial"/>
              </a:rPr>
              <a:t>Vấn đề</a:t>
            </a:r>
            <a:endParaRPr b="0" lang="en-US" sz="1500" spc="-1" strike="noStrike">
              <a:solidFill>
                <a:srgbClr val="000000"/>
              </a:solidFill>
              <a:latin typeface="Arial"/>
            </a:endParaRPr>
          </a:p>
          <a:p>
            <a:pPr defTabSz="914400">
              <a:lnSpc>
                <a:spcPct val="100000"/>
              </a:lnSpc>
            </a:pPr>
            <a:r>
              <a:rPr b="0" lang="en-US" sz="1300" spc="-1" strike="noStrike">
                <a:solidFill>
                  <a:srgbClr val="1a1f36"/>
                </a:solidFill>
                <a:latin typeface="Arial"/>
              </a:rPr>
              <a:t>Bí quyết nằm trong đầu chuyên gia: truyền miệng, dễ quên, mất khi họ nghỉ hưu.</a:t>
            </a:r>
            <a:endParaRPr b="0" lang="en-US" sz="1300" spc="-1" strike="noStrike">
              <a:solidFill>
                <a:srgbClr val="000000"/>
              </a:solidFill>
              <a:latin typeface="Arial"/>
            </a:endParaRPr>
          </a:p>
        </p:txBody>
      </p:sp>
      <p:sp>
        <p:nvSpPr>
          <p:cNvPr id="282" name="Right Arrow 4"/>
          <p:cNvSpPr/>
          <p:nvPr/>
        </p:nvSpPr>
        <p:spPr>
          <a:xfrm>
            <a:off x="4023360" y="2788920"/>
            <a:ext cx="246600" cy="328680"/>
          </a:xfrm>
          <a:prstGeom prst="rightArrow">
            <a:avLst>
              <a:gd name="adj1" fmla="val 50000"/>
              <a:gd name="adj2" fmla="val 50000"/>
            </a:avLst>
          </a:prstGeom>
          <a:solidFill>
            <a:srgbClr val="00c85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83" name="Rounded Rectangle 5"/>
          <p:cNvSpPr/>
          <p:nvPr/>
        </p:nvSpPr>
        <p:spPr>
          <a:xfrm>
            <a:off x="4275000" y="2148840"/>
            <a:ext cx="3611520" cy="159984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82880" rIns="182880" tIns="91440" bIns="91440" anchor="t">
            <a:noAutofit/>
          </a:bodyPr>
          <a:p>
            <a:pPr defTabSz="914400">
              <a:lnSpc>
                <a:spcPct val="100000"/>
              </a:lnSpc>
              <a:spcAft>
                <a:spcPts val="601"/>
              </a:spcAft>
            </a:pPr>
            <a:r>
              <a:rPr b="1" lang="en-US" sz="1500" spc="-1" strike="noStrike">
                <a:solidFill>
                  <a:srgbClr val="088645"/>
                </a:solidFill>
                <a:latin typeface="Arial"/>
              </a:rPr>
              <a:t>Giải pháp</a:t>
            </a:r>
            <a:endParaRPr b="0" lang="en-US" sz="1500" spc="-1" strike="noStrike">
              <a:solidFill>
                <a:srgbClr val="000000"/>
              </a:solidFill>
              <a:latin typeface="Arial"/>
            </a:endParaRPr>
          </a:p>
          <a:p>
            <a:pPr defTabSz="914400">
              <a:lnSpc>
                <a:spcPct val="100000"/>
              </a:lnSpc>
            </a:pPr>
            <a:r>
              <a:rPr b="0" lang="en-US" sz="1300" spc="-1" strike="noStrike">
                <a:solidFill>
                  <a:srgbClr val="1a1f36"/>
                </a:solidFill>
                <a:latin typeface="Arial"/>
              </a:rPr>
              <a:t>KnowHow Capture: ghi chú chuyên gia → thẻ tri thức chuẩn → knowledge base → hybrid RAG có trích nguồn.</a:t>
            </a:r>
            <a:endParaRPr b="0" lang="en-US" sz="1300" spc="-1" strike="noStrike">
              <a:solidFill>
                <a:srgbClr val="000000"/>
              </a:solidFill>
              <a:latin typeface="Arial"/>
            </a:endParaRPr>
          </a:p>
        </p:txBody>
      </p:sp>
      <p:sp>
        <p:nvSpPr>
          <p:cNvPr id="284" name="Right Arrow 6"/>
          <p:cNvSpPr/>
          <p:nvPr/>
        </p:nvSpPr>
        <p:spPr>
          <a:xfrm>
            <a:off x="7886880" y="2788920"/>
            <a:ext cx="246600" cy="328680"/>
          </a:xfrm>
          <a:prstGeom prst="rightArrow">
            <a:avLst>
              <a:gd name="adj1" fmla="val 50000"/>
              <a:gd name="adj2" fmla="val 50000"/>
            </a:avLst>
          </a:prstGeom>
          <a:solidFill>
            <a:srgbClr val="00c85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85" name="Rounded Rectangle 7"/>
          <p:cNvSpPr/>
          <p:nvPr/>
        </p:nvSpPr>
        <p:spPr>
          <a:xfrm>
            <a:off x="8138160" y="2148840"/>
            <a:ext cx="3611520" cy="1599840"/>
          </a:xfrm>
          <a:prstGeom prst="roundRect">
            <a:avLst>
              <a:gd name="adj" fmla="val 6000"/>
            </a:avLst>
          </a:prstGeom>
          <a:solidFill>
            <a:srgbClr val="ecf2fc"/>
          </a:solidFill>
          <a:ln w="9525">
            <a:solidFill>
              <a:srgbClr val="c9d3ea"/>
            </a:solidFill>
          </a:ln>
        </p:spPr>
        <p:style>
          <a:lnRef idx="1">
            <a:schemeClr val="accent1"/>
          </a:lnRef>
          <a:fillRef idx="3">
            <a:schemeClr val="accent1"/>
          </a:fillRef>
          <a:effectRef idx="2">
            <a:schemeClr val="accent1"/>
          </a:effectRef>
          <a:fontRef idx="minor"/>
        </p:style>
        <p:txBody>
          <a:bodyPr lIns="182880" rIns="182880" tIns="91440" bIns="91440" anchor="t">
            <a:noAutofit/>
          </a:bodyPr>
          <a:p>
            <a:pPr defTabSz="914400">
              <a:lnSpc>
                <a:spcPct val="100000"/>
              </a:lnSpc>
              <a:spcAft>
                <a:spcPts val="601"/>
              </a:spcAft>
            </a:pPr>
            <a:r>
              <a:rPr b="1" lang="en-US" sz="1500" spc="-1" strike="noStrike">
                <a:solidFill>
                  <a:srgbClr val="088645"/>
                </a:solidFill>
                <a:latin typeface="Arial"/>
              </a:rPr>
              <a:t>Giá trị</a:t>
            </a:r>
            <a:endParaRPr b="0" lang="en-US" sz="1500" spc="-1" strike="noStrike">
              <a:solidFill>
                <a:srgbClr val="000000"/>
              </a:solidFill>
              <a:latin typeface="Arial"/>
            </a:endParaRPr>
          </a:p>
          <a:p>
            <a:pPr defTabSz="914400">
              <a:lnSpc>
                <a:spcPct val="100000"/>
              </a:lnSpc>
            </a:pPr>
            <a:r>
              <a:rPr b="0" lang="en-US" sz="1300" spc="-1" strike="noStrike">
                <a:solidFill>
                  <a:srgbClr val="1a1f36"/>
                </a:solidFill>
                <a:latin typeface="Arial"/>
              </a:rPr>
              <a:t>Kỹ sư mới tìm lại kinh nghiệm chuyên gia trong một lần hỏi; hệ thống từ chối khi chưa đủ tri thức; tri thức ở lại khi người ra đi.</a:t>
            </a:r>
            <a:endParaRPr b="0" lang="en-US" sz="1300" spc="-1" strike="noStrike">
              <a:solidFill>
                <a:srgbClr val="000000"/>
              </a:solidFill>
              <a:latin typeface="Arial"/>
            </a:endParaRPr>
          </a:p>
        </p:txBody>
      </p:sp>
      <p:sp>
        <p:nvSpPr>
          <p:cNvPr id="286" name="Rounded Rectangle 8"/>
          <p:cNvSpPr/>
          <p:nvPr/>
        </p:nvSpPr>
        <p:spPr>
          <a:xfrm>
            <a:off x="411480" y="3977640"/>
            <a:ext cx="5577480" cy="2102760"/>
          </a:xfrm>
          <a:prstGeom prst="roundRect">
            <a:avLst>
              <a:gd name="adj" fmla="val 6000"/>
            </a:avLst>
          </a:prstGeom>
          <a:solidFill>
            <a:srgbClr val="0b1a4a"/>
          </a:solidFill>
          <a:ln>
            <a:noFill/>
          </a:ln>
        </p:spPr>
        <p:style>
          <a:lnRef idx="1">
            <a:schemeClr val="accent1"/>
          </a:lnRef>
          <a:fillRef idx="3">
            <a:schemeClr val="accent1"/>
          </a:fillRef>
          <a:effectRef idx="2">
            <a:schemeClr val="accent1"/>
          </a:effectRef>
          <a:fontRef idx="minor"/>
        </p:style>
        <p:txBody>
          <a:bodyPr lIns="201240" rIns="201240" tIns="91440" bIns="91440" anchor="t">
            <a:noAutofit/>
          </a:bodyPr>
          <a:p>
            <a:pPr defTabSz="914400">
              <a:lnSpc>
                <a:spcPct val="100000"/>
              </a:lnSpc>
              <a:spcAft>
                <a:spcPts val="799"/>
              </a:spcAft>
            </a:pPr>
            <a:r>
              <a:rPr b="1" lang="en-US" sz="1400" spc="-1" strike="noStrike">
                <a:solidFill>
                  <a:srgbClr val="00c858"/>
                </a:solidFill>
                <a:latin typeface="Arial"/>
              </a:rPr>
              <a:t>Phù hợp chủ đề Factory Hacks 2026</a:t>
            </a:r>
            <a:endParaRPr b="0" lang="en-US" sz="1400" spc="-1" strike="noStrike">
              <a:solidFill>
                <a:srgbClr val="ffffff"/>
              </a:solidFill>
              <a:latin typeface="Arial"/>
            </a:endParaRPr>
          </a:p>
          <a:p>
            <a:pPr defTabSz="914400">
              <a:lnSpc>
                <a:spcPct val="100000"/>
              </a:lnSpc>
            </a:pPr>
            <a:r>
              <a:rPr b="0" lang="en-US" sz="1300" spc="-1" strike="noStrike">
                <a:solidFill>
                  <a:srgbClr val="ffffff"/>
                </a:solidFill>
                <a:latin typeface="Arial"/>
              </a:rPr>
              <a:t>Kết hợp dữ liệu sản xuất với bí quyết chuyên gia cho hệ thống Cyber thông minh, giúp con người và máy móc cùng trưởng thành trong mô hình Digital Triplet.</a:t>
            </a:r>
            <a:endParaRPr b="0" lang="en-US" sz="1300" spc="-1" strike="noStrike">
              <a:solidFill>
                <a:srgbClr val="ffffff"/>
              </a:solidFill>
              <a:latin typeface="Arial"/>
            </a:endParaRPr>
          </a:p>
        </p:txBody>
      </p:sp>
      <p:sp>
        <p:nvSpPr>
          <p:cNvPr id="287" name="Rounded Rectangle 9"/>
          <p:cNvSpPr/>
          <p:nvPr/>
        </p:nvSpPr>
        <p:spPr>
          <a:xfrm>
            <a:off x="6172200" y="3977640"/>
            <a:ext cx="5577480" cy="2102760"/>
          </a:xfrm>
          <a:prstGeom prst="roundRect">
            <a:avLst>
              <a:gd name="adj" fmla="val 6000"/>
            </a:avLst>
          </a:prstGeom>
          <a:solidFill>
            <a:srgbClr val="ffffff"/>
          </a:solidFill>
          <a:ln w="9525">
            <a:solidFill>
              <a:srgbClr val="c9d3ea"/>
            </a:solidFill>
          </a:ln>
        </p:spPr>
        <p:style>
          <a:lnRef idx="1">
            <a:schemeClr val="accent1"/>
          </a:lnRef>
          <a:fillRef idx="3">
            <a:schemeClr val="accent1"/>
          </a:fillRef>
          <a:effectRef idx="2">
            <a:schemeClr val="accent1"/>
          </a:effectRef>
          <a:fontRef idx="minor"/>
        </p:style>
        <p:txBody>
          <a:bodyPr lIns="201240" rIns="201240" tIns="91440" bIns="91440" anchor="t">
            <a:noAutofit/>
          </a:bodyPr>
          <a:p>
            <a:pPr defTabSz="914400">
              <a:lnSpc>
                <a:spcPct val="100000"/>
              </a:lnSpc>
              <a:spcAft>
                <a:spcPts val="799"/>
              </a:spcAft>
            </a:pPr>
            <a:r>
              <a:rPr b="1" lang="en-US" sz="1400" spc="-1" strike="noStrike">
                <a:solidFill>
                  <a:srgbClr val="142a6b"/>
                </a:solidFill>
                <a:latin typeface="Arial"/>
              </a:rPr>
              <a:t>Câu tự kiểm</a:t>
            </a:r>
            <a:endParaRPr b="0" lang="en-US" sz="1400" spc="-1" strike="noStrike">
              <a:solidFill>
                <a:srgbClr val="000000"/>
              </a:solidFill>
              <a:latin typeface="Arial"/>
            </a:endParaRPr>
          </a:p>
          <a:p>
            <a:pPr defTabSz="914400">
              <a:lnSpc>
                <a:spcPct val="100000"/>
              </a:lnSpc>
              <a:spcAft>
                <a:spcPts val="799"/>
              </a:spcAft>
            </a:pPr>
            <a:r>
              <a:rPr b="0" lang="en-US" sz="1300" spc="-1" strike="noStrike">
                <a:solidFill>
                  <a:srgbClr val="1a1f36"/>
                </a:solidFill>
                <a:latin typeface="Arial"/>
              </a:rPr>
              <a:t>Nếu bỏ hết công nghệ, người vận hành tại DENSO được lợi gì?</a:t>
            </a:r>
            <a:endParaRPr b="0" lang="en-US" sz="1300" spc="-1" strike="noStrike">
              <a:solidFill>
                <a:srgbClr val="000000"/>
              </a:solidFill>
              <a:latin typeface="Arial"/>
            </a:endParaRPr>
          </a:p>
          <a:p>
            <a:pPr defTabSz="914400">
              <a:lnSpc>
                <a:spcPct val="100000"/>
              </a:lnSpc>
            </a:pPr>
            <a:r>
              <a:rPr b="1" lang="en-US" sz="1300" spc="-1" strike="noStrike">
                <a:solidFill>
                  <a:srgbClr val="088645"/>
                </a:solidFill>
                <a:latin typeface="Arial"/>
              </a:rPr>
              <a:t>Kỹ sư mới tìm lại kinh nghiệm của chuyên gia trong một lần hỏi thay vì đi hỏi từng người, và tri thức không mất khi chuyên gia nghỉ hưu.</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8" name="Picture 4" descr="A blue and green text with a black background&#10;&#10;Description automatically generated"/>
          <p:cNvPicPr/>
          <p:nvPr/>
        </p:nvPicPr>
        <p:blipFill>
          <a:blip r:embed="rId1">
            <a:lum bright="70000" contrast="-70000"/>
          </a:blip>
          <a:stretch/>
        </p:blipFill>
        <p:spPr>
          <a:xfrm>
            <a:off x="399240" y="325800"/>
            <a:ext cx="1904760" cy="761760"/>
          </a:xfrm>
          <a:prstGeom prst="rect">
            <a:avLst/>
          </a:prstGeom>
          <a:ln w="0">
            <a:noFill/>
          </a:ln>
        </p:spPr>
      </p:pic>
      <p:sp>
        <p:nvSpPr>
          <p:cNvPr id="289" name="Thank you"/>
          <p:cNvSpPr/>
          <p:nvPr/>
        </p:nvSpPr>
        <p:spPr>
          <a:xfrm>
            <a:off x="822960" y="2743200"/>
            <a:ext cx="7314840" cy="72468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1" lang="en-US" sz="4400" spc="-1" strike="noStrike">
                <a:solidFill>
                  <a:srgbClr val="ffffff"/>
                </a:solidFill>
                <a:latin typeface="Arial"/>
              </a:rPr>
              <a:t>Xin cảm ơn</a:t>
            </a:r>
            <a:endParaRPr b="0" lang="en-US" sz="4400" spc="-1" strike="noStrike">
              <a:solidFill>
                <a:srgbClr val="ffffff"/>
              </a:solidFill>
              <a:latin typeface="Arial"/>
            </a:endParaRPr>
          </a:p>
        </p:txBody>
      </p:sp>
      <p:sp>
        <p:nvSpPr>
          <p:cNvPr id="290" name="Closing team"/>
          <p:cNvSpPr/>
          <p:nvPr/>
        </p:nvSpPr>
        <p:spPr>
          <a:xfrm>
            <a:off x="822960" y="3657600"/>
            <a:ext cx="7314840" cy="541800"/>
          </a:xfrm>
          <a:prstGeom prst="rect">
            <a:avLst/>
          </a:prstGeom>
          <a:noFill/>
          <a:ln w="0">
            <a:noFill/>
          </a:ln>
        </p:spPr>
        <p:style>
          <a:lnRef idx="0"/>
          <a:fillRef idx="0"/>
          <a:effectRef idx="0"/>
          <a:fontRef idx="minor"/>
        </p:style>
        <p:txBody>
          <a:bodyPr lIns="45720" rIns="45720" tIns="27360" bIns="27360" anchor="t">
            <a:spAutoFit/>
          </a:bodyPr>
          <a:p>
            <a:pPr defTabSz="914400">
              <a:lnSpc>
                <a:spcPct val="100000"/>
              </a:lnSpc>
            </a:pPr>
            <a:r>
              <a:rPr b="0" lang="en-US" sz="1600" spc="-1" strike="noStrike">
                <a:solidFill>
                  <a:srgbClr val="ffffff"/>
                </a:solidFill>
                <a:latin typeface="Arial"/>
              </a:rPr>
              <a:t>A2 · KnowHow Capture</a:t>
            </a:r>
            <a:endParaRPr b="0" lang="en-US" sz="1600" spc="-1" strike="noStrike">
              <a:solidFill>
                <a:srgbClr val="ffffff"/>
              </a:solidFill>
              <a:latin typeface="Arial"/>
            </a:endParaRPr>
          </a:p>
          <a:p>
            <a:pPr defTabSz="914400">
              <a:lnSpc>
                <a:spcPct val="100000"/>
              </a:lnSpc>
            </a:pPr>
            <a:r>
              <a:rPr b="0" lang="en-US" sz="1600" spc="-1" strike="noStrike">
                <a:solidFill>
                  <a:srgbClr val="ffffff"/>
                </a:solidFill>
                <a:latin typeface="Arial"/>
              </a:rPr>
              <a:t>Đội: Matrix</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9.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0.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1.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2.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3.xml><?xml version="1.0" encoding="utf-8"?>
<a:theme xmlns:a="http://schemas.openxmlformats.org/drawingml/2006/main" xmlns:r="http://schemas.openxmlformats.org/officeDocument/2006/relationships" name="DENSO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DENSO_Theme</Template>
  <TotalTime>12</TotalTime>
  <Application>LibreOffice/24.2.7.2$Linux_X86_64 LibreOffice_project/420$Build-2</Application>
  <AppVersion>15.0000</AppVersion>
  <Words>355</Words>
  <Paragraphs>38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2024-08-26T04:26:02Z</dcterms:created>
  <dc:creator>Thu Vu Hoai</dc:creator>
  <dc:description/>
  <dc:language>en-US</dc:language>
  <cp:lastModifiedBy/>
  <dcterms:modified xsi:type="dcterms:W3CDTF">2026-10-02T17:48:54Z</dcterms:modified>
  <cp:revision>80</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DENSO_Theme:3</vt:lpwstr>
  </property>
  <property fmtid="{D5CDD505-2E9C-101B-9397-08002B2CF9AE}" pid="3" name="ClassificationContentMarkingHeaderText">
    <vt:lpwstr>CONFIDENTIAL</vt:lpwstr>
  </property>
  <property fmtid="{D5CDD505-2E9C-101B-9397-08002B2CF9AE}" pid="4" name="MSIP_Label_7ed1414a-99f2-46f9-bbe5-740af8d1b502_ActionId">
    <vt:lpwstr>281ff05c-014a-40c0-8db0-72e03cc75e5b</vt:lpwstr>
  </property>
  <property fmtid="{D5CDD505-2E9C-101B-9397-08002B2CF9AE}" pid="5" name="MSIP_Label_7ed1414a-99f2-46f9-bbe5-740af8d1b502_ContentBits">
    <vt:lpwstr>1</vt:lpwstr>
  </property>
  <property fmtid="{D5CDD505-2E9C-101B-9397-08002B2CF9AE}" pid="6" name="MSIP_Label_7ed1414a-99f2-46f9-bbe5-740af8d1b502_Enabled">
    <vt:lpwstr>true</vt:lpwstr>
  </property>
  <property fmtid="{D5CDD505-2E9C-101B-9397-08002B2CF9AE}" pid="7" name="MSIP_Label_7ed1414a-99f2-46f9-bbe5-740af8d1b502_Method">
    <vt:lpwstr>Standard</vt:lpwstr>
  </property>
  <property fmtid="{D5CDD505-2E9C-101B-9397-08002B2CF9AE}" pid="8" name="MSIP_Label_7ed1414a-99f2-46f9-bbe5-740af8d1b502_Name">
    <vt:lpwstr>G_MIP_Confidential_Standard</vt:lpwstr>
  </property>
  <property fmtid="{D5CDD505-2E9C-101B-9397-08002B2CF9AE}" pid="9" name="MSIP_Label_7ed1414a-99f2-46f9-bbe5-740af8d1b502_SetDate">
    <vt:lpwstr>2026-07-29T09:40:07Z</vt:lpwstr>
  </property>
  <property fmtid="{D5CDD505-2E9C-101B-9397-08002B2CF9AE}" pid="10" name="MSIP_Label_7ed1414a-99f2-46f9-bbe5-740af8d1b502_SiteId">
    <vt:lpwstr>69405920-b673-4f7c-8845-e124e9d08af2</vt:lpwstr>
  </property>
  <property fmtid="{D5CDD505-2E9C-101B-9397-08002B2CF9AE}" pid="11" name="MSIP_Label_7ed1414a-99f2-46f9-bbe5-740af8d1b502_Tag">
    <vt:lpwstr>10, 3, 0, 1</vt:lpwstr>
  </property>
  <property fmtid="{D5CDD505-2E9C-101B-9397-08002B2CF9AE}" pid="12" name="Notes">
    <vt:i4>1</vt:i4>
  </property>
  <property fmtid="{D5CDD505-2E9C-101B-9397-08002B2CF9AE}" pid="13" name="PresentationFormat">
    <vt:lpwstr>Widescreen</vt:lpwstr>
  </property>
  <property fmtid="{D5CDD505-2E9C-101B-9397-08002B2CF9AE}" pid="14" name="Slides">
    <vt:i4>9</vt:i4>
  </property>
</Properties>
</file>